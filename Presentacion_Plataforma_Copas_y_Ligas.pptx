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7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583E7-2A8C-4DDC-85A3-A416340C82B2}" v="38" dt="2026-08-19T01:13:18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e Cruz" userId="641ec49335b43166" providerId="LiveId" clId="{BF897846-7A58-4F6B-B71F-B55AEF66AEBE}"/>
    <pc:docChg chg="undo custSel addSld delSld modSld">
      <pc:chgData name="Josue Cruz" userId="641ec49335b43166" providerId="LiveId" clId="{BF897846-7A58-4F6B-B71F-B55AEF66AEBE}" dt="2026-08-19T01:52:24.278" v="516" actId="1076"/>
      <pc:docMkLst>
        <pc:docMk/>
      </pc:docMkLst>
      <pc:sldChg chg="addSp modSp mod">
        <pc:chgData name="Josue Cruz" userId="641ec49335b43166" providerId="LiveId" clId="{BF897846-7A58-4F6B-B71F-B55AEF66AEBE}" dt="2026-08-19T01:52:24.278" v="516" actId="1076"/>
        <pc:sldMkLst>
          <pc:docMk/>
          <pc:sldMk cId="0" sldId="256"/>
        </pc:sldMkLst>
        <pc:spChg chg="add mod">
          <ac:chgData name="Josue Cruz" userId="641ec49335b43166" providerId="LiveId" clId="{BF897846-7A58-4F6B-B71F-B55AEF66AEBE}" dt="2026-08-19T01:52:24.278" v="516" actId="1076"/>
          <ac:spMkLst>
            <pc:docMk/>
            <pc:sldMk cId="0" sldId="256"/>
            <ac:spMk id="11" creationId="{5BFA0A37-90BF-F216-CCF5-DD4AB8E6E6A5}"/>
          </ac:spMkLst>
        </pc:spChg>
      </pc:sldChg>
      <pc:sldChg chg="addSp delSp modSp mod">
        <pc:chgData name="Josue Cruz" userId="641ec49335b43166" providerId="LiveId" clId="{BF897846-7A58-4F6B-B71F-B55AEF66AEBE}" dt="2026-08-19T00:45:02.276" v="82"/>
        <pc:sldMkLst>
          <pc:docMk/>
          <pc:sldMk cId="0" sldId="270"/>
        </pc:sldMkLst>
        <pc:spChg chg="add del mod">
          <ac:chgData name="Josue Cruz" userId="641ec49335b43166" providerId="LiveId" clId="{BF897846-7A58-4F6B-B71F-B55AEF66AEBE}" dt="2026-08-19T00:45:01.025" v="76"/>
          <ac:spMkLst>
            <pc:docMk/>
            <pc:sldMk cId="0" sldId="270"/>
            <ac:spMk id="18" creationId="{4497C52B-F6C7-5B81-FFBC-515C8F22DC56}"/>
          </ac:spMkLst>
        </pc:spChg>
        <pc:spChg chg="add del mod">
          <ac:chgData name="Josue Cruz" userId="641ec49335b43166" providerId="LiveId" clId="{BF897846-7A58-4F6B-B71F-B55AEF66AEBE}" dt="2026-08-19T00:45:01.734" v="79"/>
          <ac:spMkLst>
            <pc:docMk/>
            <pc:sldMk cId="0" sldId="270"/>
            <ac:spMk id="19" creationId="{C2A99328-C4BE-5C26-55F9-68018967B193}"/>
          </ac:spMkLst>
        </pc:spChg>
        <pc:spChg chg="add del mod">
          <ac:chgData name="Josue Cruz" userId="641ec49335b43166" providerId="LiveId" clId="{BF897846-7A58-4F6B-B71F-B55AEF66AEBE}" dt="2026-08-19T00:45:02.276" v="82"/>
          <ac:spMkLst>
            <pc:docMk/>
            <pc:sldMk cId="0" sldId="270"/>
            <ac:spMk id="20" creationId="{0CCF3F3B-2CC9-8857-2306-668A27227D2F}"/>
          </ac:spMkLst>
        </pc:spChg>
      </pc:sldChg>
      <pc:sldChg chg="addSp delSp modSp add mod setBg">
        <pc:chgData name="Josue Cruz" userId="641ec49335b43166" providerId="LiveId" clId="{BF897846-7A58-4F6B-B71F-B55AEF66AEBE}" dt="2026-08-19T01:11:04.118" v="383" actId="26606"/>
        <pc:sldMkLst>
          <pc:docMk/>
          <pc:sldMk cId="1204860724" sldId="272"/>
        </pc:sldMkLst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204860724" sldId="272"/>
            <ac:spMk id="2" creationId="{1CAD7F96-8ABC-9C1E-3CD7-13F3AA03E908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204860724" sldId="272"/>
            <ac:spMk id="3" creationId="{D2A2EBBA-222B-DD7C-011F-81C5B2ABF86F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204860724" sldId="272"/>
            <ac:spMk id="4" creationId="{76903623-79F2-2BB8-6A21-C5E08CB113C6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204860724" sldId="272"/>
            <ac:spMk id="5" creationId="{77589262-2792-0E5D-4049-D289441FE743}"/>
          </ac:spMkLst>
        </pc:spChg>
        <pc:spChg chg="add del mod">
          <ac:chgData name="Josue Cruz" userId="641ec49335b43166" providerId="LiveId" clId="{BF897846-7A58-4F6B-B71F-B55AEF66AEBE}" dt="2026-08-19T00:44:29.164" v="8"/>
          <ac:spMkLst>
            <pc:docMk/>
            <pc:sldMk cId="1204860724" sldId="272"/>
            <ac:spMk id="6" creationId="{1B86C132-AA18-7BDD-EA17-9CFFFD273EA4}"/>
          </ac:spMkLst>
        </pc:spChg>
      </pc:sldChg>
      <pc:sldChg chg="add del setBg">
        <pc:chgData name="Josue Cruz" userId="641ec49335b43166" providerId="LiveId" clId="{BF897846-7A58-4F6B-B71F-B55AEF66AEBE}" dt="2026-08-19T00:44:04.521" v="3"/>
        <pc:sldMkLst>
          <pc:docMk/>
          <pc:sldMk cId="2835790042" sldId="272"/>
        </pc:sldMkLst>
      </pc:sldChg>
      <pc:sldChg chg="new del">
        <pc:chgData name="Josue Cruz" userId="641ec49335b43166" providerId="LiveId" clId="{BF897846-7A58-4F6B-B71F-B55AEF66AEBE}" dt="2026-08-19T00:43:49.993" v="1" actId="680"/>
        <pc:sldMkLst>
          <pc:docMk/>
          <pc:sldMk cId="4060376087" sldId="272"/>
        </pc:sldMkLst>
      </pc:sldChg>
      <pc:sldChg chg="addSp delSp modSp add mod setBg">
        <pc:chgData name="Josue Cruz" userId="641ec49335b43166" providerId="LiveId" clId="{BF897846-7A58-4F6B-B71F-B55AEF66AEBE}" dt="2026-08-19T01:16:46.611" v="443" actId="20577"/>
        <pc:sldMkLst>
          <pc:docMk/>
          <pc:sldMk cId="880355234" sldId="273"/>
        </pc:sldMkLst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2" creationId="{9C719D53-318B-EE24-676E-57AE783731CC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3" creationId="{9D66DBC8-7523-8327-E1E2-8C666DC00662}"/>
          </ac:spMkLst>
        </pc:spChg>
        <pc:spChg chg="mod">
          <ac:chgData name="Josue Cruz" userId="641ec49335b43166" providerId="LiveId" clId="{BF897846-7A58-4F6B-B71F-B55AEF66AEBE}" dt="2026-08-19T01:09:46.285" v="382" actId="207"/>
          <ac:spMkLst>
            <pc:docMk/>
            <pc:sldMk cId="880355234" sldId="273"/>
            <ac:spMk id="4" creationId="{F9E44E39-63DB-7154-1DDE-EDF616C8C2F8}"/>
          </ac:spMkLst>
        </pc:spChg>
        <pc:spChg chg="mod">
          <ac:chgData name="Josue Cruz" userId="641ec49335b43166" providerId="LiveId" clId="{BF897846-7A58-4F6B-B71F-B55AEF66AEBE}" dt="2026-08-19T00:48:12.680" v="195" actId="1076"/>
          <ac:spMkLst>
            <pc:docMk/>
            <pc:sldMk cId="880355234" sldId="273"/>
            <ac:spMk id="5" creationId="{F4762C0C-4861-E479-E950-7FEBD76D0168}"/>
          </ac:spMkLst>
        </pc:spChg>
        <pc:spChg chg="mod">
          <ac:chgData name="Josue Cruz" userId="641ec49335b43166" providerId="LiveId" clId="{BF897846-7A58-4F6B-B71F-B55AEF66AEBE}" dt="2026-08-19T00:48:12.680" v="195" actId="1076"/>
          <ac:spMkLst>
            <pc:docMk/>
            <pc:sldMk cId="880355234" sldId="273"/>
            <ac:spMk id="6" creationId="{ACFCC669-30EF-65B9-1FBB-2A1DFFE42500}"/>
          </ac:spMkLst>
        </pc:spChg>
        <pc:spChg chg="mod">
          <ac:chgData name="Josue Cruz" userId="641ec49335b43166" providerId="LiveId" clId="{BF897846-7A58-4F6B-B71F-B55AEF66AEBE}" dt="2026-08-19T01:16:37.461" v="441" actId="20577"/>
          <ac:spMkLst>
            <pc:docMk/>
            <pc:sldMk cId="880355234" sldId="273"/>
            <ac:spMk id="7" creationId="{19211773-6327-1E8B-0CEE-D8D68A54C43E}"/>
          </ac:spMkLst>
        </pc:spChg>
        <pc:spChg chg="mod">
          <ac:chgData name="Josue Cruz" userId="641ec49335b43166" providerId="LiveId" clId="{BF897846-7A58-4F6B-B71F-B55AEF66AEBE}" dt="2026-08-19T00:50:28.030" v="262" actId="1076"/>
          <ac:spMkLst>
            <pc:docMk/>
            <pc:sldMk cId="880355234" sldId="273"/>
            <ac:spMk id="8" creationId="{FB8F867C-2E3B-C2FB-338A-07F41698C117}"/>
          </ac:spMkLst>
        </pc:spChg>
        <pc:spChg chg="mod">
          <ac:chgData name="Josue Cruz" userId="641ec49335b43166" providerId="LiveId" clId="{BF897846-7A58-4F6B-B71F-B55AEF66AEBE}" dt="2026-08-19T00:50:28.030" v="262" actId="1076"/>
          <ac:spMkLst>
            <pc:docMk/>
            <pc:sldMk cId="880355234" sldId="273"/>
            <ac:spMk id="9" creationId="{8486F3FC-9B13-22D6-78B9-94A8DC68A7AC}"/>
          </ac:spMkLst>
        </pc:spChg>
        <pc:spChg chg="mod">
          <ac:chgData name="Josue Cruz" userId="641ec49335b43166" providerId="LiveId" clId="{BF897846-7A58-4F6B-B71F-B55AEF66AEBE}" dt="2026-08-19T00:50:30.709" v="263" actId="1076"/>
          <ac:spMkLst>
            <pc:docMk/>
            <pc:sldMk cId="880355234" sldId="273"/>
            <ac:spMk id="10" creationId="{A8010CA8-82C3-108A-7A20-B49AC193C81A}"/>
          </ac:spMkLst>
        </pc:spChg>
        <pc:spChg chg="mod">
          <ac:chgData name="Josue Cruz" userId="641ec49335b43166" providerId="LiveId" clId="{BF897846-7A58-4F6B-B71F-B55AEF66AEBE}" dt="2026-08-19T00:50:39.457" v="265" actId="1076"/>
          <ac:spMkLst>
            <pc:docMk/>
            <pc:sldMk cId="880355234" sldId="273"/>
            <ac:spMk id="11" creationId="{8AB6A3AF-7D84-8FD3-D111-B89D9053EC54}"/>
          </ac:spMkLst>
        </pc:spChg>
        <pc:spChg chg="mod">
          <ac:chgData name="Josue Cruz" userId="641ec49335b43166" providerId="LiveId" clId="{BF897846-7A58-4F6B-B71F-B55AEF66AEBE}" dt="2026-08-19T00:50:39.457" v="265" actId="1076"/>
          <ac:spMkLst>
            <pc:docMk/>
            <pc:sldMk cId="880355234" sldId="273"/>
            <ac:spMk id="12" creationId="{FD72606A-79F0-9A7D-666E-AA7537D8EB03}"/>
          </ac:spMkLst>
        </pc:spChg>
        <pc:spChg chg="mod">
          <ac:chgData name="Josue Cruz" userId="641ec49335b43166" providerId="LiveId" clId="{BF897846-7A58-4F6B-B71F-B55AEF66AEBE}" dt="2026-08-19T01:16:46.611" v="443" actId="20577"/>
          <ac:spMkLst>
            <pc:docMk/>
            <pc:sldMk cId="880355234" sldId="273"/>
            <ac:spMk id="13" creationId="{9B64C620-20D5-E744-E199-A3403E163875}"/>
          </ac:spMkLst>
        </pc:spChg>
        <pc:spChg chg="del">
          <ac:chgData name="Josue Cruz" userId="641ec49335b43166" providerId="LiveId" clId="{BF897846-7A58-4F6B-B71F-B55AEF66AEBE}" dt="2026-08-19T00:48:38.485" v="202" actId="478"/>
          <ac:spMkLst>
            <pc:docMk/>
            <pc:sldMk cId="880355234" sldId="273"/>
            <ac:spMk id="14" creationId="{8F3C2C13-9E38-7DC1-45D1-ACED2CB6E92A}"/>
          </ac:spMkLst>
        </pc:spChg>
        <pc:spChg chg="del">
          <ac:chgData name="Josue Cruz" userId="641ec49335b43166" providerId="LiveId" clId="{BF897846-7A58-4F6B-B71F-B55AEF66AEBE}" dt="2026-08-19T00:48:58.920" v="209" actId="478"/>
          <ac:spMkLst>
            <pc:docMk/>
            <pc:sldMk cId="880355234" sldId="273"/>
            <ac:spMk id="15" creationId="{244A9FF0-BA78-5E3B-9932-81FCDDF76CD8}"/>
          </ac:spMkLst>
        </pc:spChg>
        <pc:spChg chg="mod">
          <ac:chgData name="Josue Cruz" userId="641ec49335b43166" providerId="LiveId" clId="{BF897846-7A58-4F6B-B71F-B55AEF66AEBE}" dt="2026-08-19T00:46:39.474" v="176" actId="1076"/>
          <ac:spMkLst>
            <pc:docMk/>
            <pc:sldMk cId="880355234" sldId="273"/>
            <ac:spMk id="16" creationId="{4EA2BD73-7A88-ECDC-D2C8-CB0F9DAE6F8F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18" creationId="{9D7F6538-BED4-CCE9-B06B-652584285987}"/>
          </ac:spMkLst>
        </pc:spChg>
        <pc:spChg chg="add mod">
          <ac:chgData name="Josue Cruz" userId="641ec49335b43166" providerId="LiveId" clId="{BF897846-7A58-4F6B-B71F-B55AEF66AEBE}" dt="2026-08-19T00:50:47.569" v="266" actId="1076"/>
          <ac:spMkLst>
            <pc:docMk/>
            <pc:sldMk cId="880355234" sldId="273"/>
            <ac:spMk id="20" creationId="{194EF5BE-B610-2404-BEDD-9DE585F4C0E3}"/>
          </ac:spMkLst>
        </pc:spChg>
        <pc:spChg chg="add mod">
          <ac:chgData name="Josue Cruz" userId="641ec49335b43166" providerId="LiveId" clId="{BF897846-7A58-4F6B-B71F-B55AEF66AEBE}" dt="2026-08-19T00:50:51.747" v="267" actId="1076"/>
          <ac:spMkLst>
            <pc:docMk/>
            <pc:sldMk cId="880355234" sldId="273"/>
            <ac:spMk id="22" creationId="{BAD31471-76AD-7E37-C43C-5DCAEE99BC06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24" creationId="{1A727674-292B-482C-A73F-229868F5DBE5}"/>
          </ac:spMkLst>
        </pc:spChg>
        <pc:spChg chg="add mod">
          <ac:chgData name="Josue Cruz" userId="641ec49335b43166" providerId="LiveId" clId="{BF897846-7A58-4F6B-B71F-B55AEF66AEBE}" dt="2026-08-19T00:51:09.327" v="272" actId="1076"/>
          <ac:spMkLst>
            <pc:docMk/>
            <pc:sldMk cId="880355234" sldId="273"/>
            <ac:spMk id="26" creationId="{432B8D78-4714-EE28-E205-F9A7AB81F6CB}"/>
          </ac:spMkLst>
        </pc:spChg>
        <pc:spChg chg="add mod">
          <ac:chgData name="Josue Cruz" userId="641ec49335b43166" providerId="LiveId" clId="{BF897846-7A58-4F6B-B71F-B55AEF66AEBE}" dt="2026-08-19T00:51:09.327" v="272" actId="1076"/>
          <ac:spMkLst>
            <pc:docMk/>
            <pc:sldMk cId="880355234" sldId="273"/>
            <ac:spMk id="28" creationId="{8905A857-C216-F831-10F7-FA424A36F8D0}"/>
          </ac:spMkLst>
        </pc:spChg>
        <pc:spChg chg="add mod">
          <ac:chgData name="Josue Cruz" userId="641ec49335b43166" providerId="LiveId" clId="{BF897846-7A58-4F6B-B71F-B55AEF66AEBE}" dt="2026-08-19T00:50:58.964" v="269" actId="1076"/>
          <ac:spMkLst>
            <pc:docMk/>
            <pc:sldMk cId="880355234" sldId="273"/>
            <ac:spMk id="30" creationId="{C08F9FB8-70BA-26A4-E7AF-4FC5480DFA36}"/>
          </ac:spMkLst>
        </pc:spChg>
        <pc:spChg chg="add mod">
          <ac:chgData name="Josue Cruz" userId="641ec49335b43166" providerId="LiveId" clId="{BF897846-7A58-4F6B-B71F-B55AEF66AEBE}" dt="2026-08-19T00:51:05.126" v="271" actId="1076"/>
          <ac:spMkLst>
            <pc:docMk/>
            <pc:sldMk cId="880355234" sldId="273"/>
            <ac:spMk id="32" creationId="{28FC6E7E-656C-D7B4-12BC-9ED390A7A288}"/>
          </ac:spMkLst>
        </pc:spChg>
        <pc:spChg chg="add mod">
          <ac:chgData name="Josue Cruz" userId="641ec49335b43166" providerId="LiveId" clId="{BF897846-7A58-4F6B-B71F-B55AEF66AEBE}" dt="2026-08-19T00:51:12.755" v="273" actId="1076"/>
          <ac:spMkLst>
            <pc:docMk/>
            <pc:sldMk cId="880355234" sldId="273"/>
            <ac:spMk id="34" creationId="{21F3E35A-0AC5-8D21-14FE-46C661E79B36}"/>
          </ac:spMkLst>
        </pc:spChg>
        <pc:spChg chg="add del mod">
          <ac:chgData name="Josue Cruz" userId="641ec49335b43166" providerId="LiveId" clId="{BF897846-7A58-4F6B-B71F-B55AEF66AEBE}" dt="2026-08-19T00:51:26.718" v="276" actId="478"/>
          <ac:spMkLst>
            <pc:docMk/>
            <pc:sldMk cId="880355234" sldId="273"/>
            <ac:spMk id="36" creationId="{18FCD96C-2F70-F2B2-4BE2-0ED3BC814F33}"/>
          </ac:spMkLst>
        </pc:spChg>
        <pc:spChg chg="add mod">
          <ac:chgData name="Josue Cruz" userId="641ec49335b43166" providerId="LiveId" clId="{BF897846-7A58-4F6B-B71F-B55AEF66AEBE}" dt="2026-08-19T00:51:42.704" v="279" actId="1076"/>
          <ac:spMkLst>
            <pc:docMk/>
            <pc:sldMk cId="880355234" sldId="273"/>
            <ac:spMk id="38" creationId="{93131722-10E6-A426-1D6F-9AEDBA8E4BFC}"/>
          </ac:spMkLst>
        </pc:spChg>
        <pc:spChg chg="add mod">
          <ac:chgData name="Josue Cruz" userId="641ec49335b43166" providerId="LiveId" clId="{BF897846-7A58-4F6B-B71F-B55AEF66AEBE}" dt="2026-08-19T00:51:42.704" v="279" actId="1076"/>
          <ac:spMkLst>
            <pc:docMk/>
            <pc:sldMk cId="880355234" sldId="273"/>
            <ac:spMk id="40" creationId="{393464CC-A0DA-85B1-FD75-AC716C8C690C}"/>
          </ac:spMkLst>
        </pc:spChg>
        <pc:spChg chg="add mod">
          <ac:chgData name="Josue Cruz" userId="641ec49335b43166" providerId="LiveId" clId="{BF897846-7A58-4F6B-B71F-B55AEF66AEBE}" dt="2026-08-19T00:51:42.704" v="279" actId="1076"/>
          <ac:spMkLst>
            <pc:docMk/>
            <pc:sldMk cId="880355234" sldId="273"/>
            <ac:spMk id="42" creationId="{A084671C-CF25-0F37-40C4-D262D2174267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44" creationId="{141FEEC9-FFFF-77C5-5E68-E6C86E58786C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46" creationId="{969A04EB-C990-40DB-65B7-C0E2E3F8C95B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48" creationId="{B4E2CED9-CD7B-77D4-DA6D-B005245B9836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50" creationId="{C5401CB6-5A91-35C4-DA3F-A1EF53A166B8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52" creationId="{9A17E6A6-A414-D678-E69B-AE38C0825CEC}"/>
          </ac:spMkLst>
        </pc:spChg>
        <pc:spChg chg="add mod">
          <ac:chgData name="Josue Cruz" userId="641ec49335b43166" providerId="LiveId" clId="{BF897846-7A58-4F6B-B71F-B55AEF66AEBE}" dt="2026-08-19T00:52:20.798" v="303"/>
          <ac:spMkLst>
            <pc:docMk/>
            <pc:sldMk cId="880355234" sldId="273"/>
            <ac:spMk id="54" creationId="{CF37F373-B185-3ED8-7EEB-9EEA49FDC287}"/>
          </ac:spMkLst>
        </pc:spChg>
        <pc:spChg chg="add del mod">
          <ac:chgData name="Josue Cruz" userId="641ec49335b43166" providerId="LiveId" clId="{BF897846-7A58-4F6B-B71F-B55AEF66AEBE}" dt="2026-08-19T00:52:39.767" v="309"/>
          <ac:spMkLst>
            <pc:docMk/>
            <pc:sldMk cId="880355234" sldId="273"/>
            <ac:spMk id="56" creationId="{94292CAA-FCBF-E5F3-9DC5-ED7E002C9CAD}"/>
          </ac:spMkLst>
        </pc:spChg>
        <pc:spChg chg="add mod">
          <ac:chgData name="Josue Cruz" userId="641ec49335b43166" providerId="LiveId" clId="{BF897846-7A58-4F6B-B71F-B55AEF66AEBE}" dt="2026-08-19T01:11:04.118" v="383" actId="26606"/>
          <ac:spMkLst>
            <pc:docMk/>
            <pc:sldMk cId="880355234" sldId="273"/>
            <ac:spMk id="58" creationId="{81088674-4A41-41A2-5179-01CA1576B1DE}"/>
          </ac:spMkLst>
        </pc:spChg>
        <pc:spChg chg="add mod">
          <ac:chgData name="Josue Cruz" userId="641ec49335b43166" providerId="LiveId" clId="{BF897846-7A58-4F6B-B71F-B55AEF66AEBE}" dt="2026-08-19T00:53:29.627" v="325"/>
          <ac:spMkLst>
            <pc:docMk/>
            <pc:sldMk cId="880355234" sldId="273"/>
            <ac:spMk id="60" creationId="{3D07C952-F120-FA4D-BA3F-EC477AA1D996}"/>
          </ac:spMkLst>
        </pc:spChg>
      </pc:sldChg>
      <pc:sldChg chg="delSp modSp add mod setBg">
        <pc:chgData name="Josue Cruz" userId="641ec49335b43166" providerId="LiveId" clId="{BF897846-7A58-4F6B-B71F-B55AEF66AEBE}" dt="2026-08-19T01:17:38.379" v="451" actId="1076"/>
        <pc:sldMkLst>
          <pc:docMk/>
          <pc:sldMk cId="1870466354" sldId="274"/>
        </pc:sldMkLst>
        <pc:spChg chg="mod">
          <ac:chgData name="Josue Cruz" userId="641ec49335b43166" providerId="LiveId" clId="{BF897846-7A58-4F6B-B71F-B55AEF66AEBE}" dt="2026-08-19T00:53:49.099" v="328"/>
          <ac:spMkLst>
            <pc:docMk/>
            <pc:sldMk cId="1870466354" sldId="274"/>
            <ac:spMk id="4" creationId="{31971DA1-8E67-4814-1ED9-AEDCB9A74960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870466354" sldId="274"/>
            <ac:spMk id="6" creationId="{2701BE71-A12F-AD22-FEF8-78A1CDA44A79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870466354" sldId="274"/>
            <ac:spMk id="7" creationId="{42FED80E-E13C-1C0A-7EA5-3543D68B67F9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870466354" sldId="274"/>
            <ac:spMk id="10" creationId="{B18BEF0B-CCA7-2DFC-85E3-766DE3B1A706}"/>
          </ac:spMkLst>
        </pc:spChg>
        <pc:spChg chg="del mod">
          <ac:chgData name="Josue Cruz" userId="641ec49335b43166" providerId="LiveId" clId="{BF897846-7A58-4F6B-B71F-B55AEF66AEBE}" dt="2026-08-19T01:17:23.313" v="446" actId="478"/>
          <ac:spMkLst>
            <pc:docMk/>
            <pc:sldMk cId="1870466354" sldId="274"/>
            <ac:spMk id="11" creationId="{BE0FD80D-930C-D487-92EE-64B73F3A7755}"/>
          </ac:spMkLst>
        </pc:spChg>
        <pc:spChg chg="del mod">
          <ac:chgData name="Josue Cruz" userId="641ec49335b43166" providerId="LiveId" clId="{BF897846-7A58-4F6B-B71F-B55AEF66AEBE}" dt="2026-08-19T01:17:27.233" v="447" actId="478"/>
          <ac:spMkLst>
            <pc:docMk/>
            <pc:sldMk cId="1870466354" sldId="274"/>
            <ac:spMk id="12" creationId="{93F5DD44-1EB9-9829-2F95-50AA927D85AB}"/>
          </ac:spMkLst>
        </pc:spChg>
        <pc:spChg chg="del mod">
          <ac:chgData name="Josue Cruz" userId="641ec49335b43166" providerId="LiveId" clId="{BF897846-7A58-4F6B-B71F-B55AEF66AEBE}" dt="2026-08-19T01:17:19.895" v="445" actId="478"/>
          <ac:spMkLst>
            <pc:docMk/>
            <pc:sldMk cId="1870466354" sldId="274"/>
            <ac:spMk id="13" creationId="{CF228188-AF1E-976A-8D4B-25928A08F821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1870466354" sldId="274"/>
            <ac:spMk id="16" creationId="{E0111D0D-691F-CBF9-0FDF-12CE0C5CD5D8}"/>
          </ac:spMkLst>
        </pc:spChg>
        <pc:spChg chg="mod">
          <ac:chgData name="Josue Cruz" userId="641ec49335b43166" providerId="LiveId" clId="{BF897846-7A58-4F6B-B71F-B55AEF66AEBE}" dt="2026-08-19T01:17:31.821" v="448" actId="1076"/>
          <ac:spMkLst>
            <pc:docMk/>
            <pc:sldMk cId="1870466354" sldId="274"/>
            <ac:spMk id="18" creationId="{D68811F8-B80E-CE91-1D74-998CE955DC2F}"/>
          </ac:spMkLst>
        </pc:spChg>
        <pc:spChg chg="mod">
          <ac:chgData name="Josue Cruz" userId="641ec49335b43166" providerId="LiveId" clId="{BF897846-7A58-4F6B-B71F-B55AEF66AEBE}" dt="2026-08-19T01:17:31.821" v="448" actId="1076"/>
          <ac:spMkLst>
            <pc:docMk/>
            <pc:sldMk cId="1870466354" sldId="274"/>
            <ac:spMk id="20" creationId="{66E66653-5F0D-2E10-1C5A-B7295C356973}"/>
          </ac:spMkLst>
        </pc:spChg>
        <pc:spChg chg="mod">
          <ac:chgData name="Josue Cruz" userId="641ec49335b43166" providerId="LiveId" clId="{BF897846-7A58-4F6B-B71F-B55AEF66AEBE}" dt="2026-08-19T01:17:31.821" v="448" actId="1076"/>
          <ac:spMkLst>
            <pc:docMk/>
            <pc:sldMk cId="1870466354" sldId="274"/>
            <ac:spMk id="22" creationId="{87CA3123-851D-4A97-6F17-777F31E1F47A}"/>
          </ac:spMkLst>
        </pc:spChg>
        <pc:spChg chg="mod">
          <ac:chgData name="Josue Cruz" userId="641ec49335b43166" providerId="LiveId" clId="{BF897846-7A58-4F6B-B71F-B55AEF66AEBE}" dt="2026-08-19T01:17:31.821" v="448" actId="1076"/>
          <ac:spMkLst>
            <pc:docMk/>
            <pc:sldMk cId="1870466354" sldId="274"/>
            <ac:spMk id="24" creationId="{423D7309-D399-D01D-4F67-ED8031703687}"/>
          </ac:spMkLst>
        </pc:spChg>
        <pc:spChg chg="mod">
          <ac:chgData name="Josue Cruz" userId="641ec49335b43166" providerId="LiveId" clId="{BF897846-7A58-4F6B-B71F-B55AEF66AEBE}" dt="2026-08-19T01:17:31.821" v="448" actId="1076"/>
          <ac:spMkLst>
            <pc:docMk/>
            <pc:sldMk cId="1870466354" sldId="274"/>
            <ac:spMk id="26" creationId="{1E0998B1-08EE-AD96-C860-6ABA6C00E6BE}"/>
          </ac:spMkLst>
        </pc:spChg>
        <pc:spChg chg="mod">
          <ac:chgData name="Josue Cruz" userId="641ec49335b43166" providerId="LiveId" clId="{BF897846-7A58-4F6B-B71F-B55AEF66AEBE}" dt="2026-08-19T01:17:31.821" v="448" actId="1076"/>
          <ac:spMkLst>
            <pc:docMk/>
            <pc:sldMk cId="1870466354" sldId="274"/>
            <ac:spMk id="28" creationId="{70924897-0572-31F5-E0E6-3C017E025F97}"/>
          </ac:spMkLst>
        </pc:spChg>
        <pc:spChg chg="mod">
          <ac:chgData name="Josue Cruz" userId="641ec49335b43166" providerId="LiveId" clId="{BF897846-7A58-4F6B-B71F-B55AEF66AEBE}" dt="2026-08-19T01:17:34.147" v="449" actId="1076"/>
          <ac:spMkLst>
            <pc:docMk/>
            <pc:sldMk cId="1870466354" sldId="274"/>
            <ac:spMk id="30" creationId="{02211376-FDC1-132B-5465-557938B2220D}"/>
          </ac:spMkLst>
        </pc:spChg>
        <pc:spChg chg="mod">
          <ac:chgData name="Josue Cruz" userId="641ec49335b43166" providerId="LiveId" clId="{BF897846-7A58-4F6B-B71F-B55AEF66AEBE}" dt="2026-08-19T01:17:36.334" v="450" actId="1076"/>
          <ac:spMkLst>
            <pc:docMk/>
            <pc:sldMk cId="1870466354" sldId="274"/>
            <ac:spMk id="32" creationId="{D03220E8-0E41-3ABC-1D95-F1797E6B2E9F}"/>
          </ac:spMkLst>
        </pc:spChg>
        <pc:spChg chg="mod">
          <ac:chgData name="Josue Cruz" userId="641ec49335b43166" providerId="LiveId" clId="{BF897846-7A58-4F6B-B71F-B55AEF66AEBE}" dt="2026-08-19T01:17:38.379" v="451" actId="1076"/>
          <ac:spMkLst>
            <pc:docMk/>
            <pc:sldMk cId="1870466354" sldId="274"/>
            <ac:spMk id="34" creationId="{4918D1FF-29C8-0DA5-FF75-789A88D786A3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38" creationId="{639F677F-9E91-A1D0-10F5-9F3DB0B89566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40" creationId="{4DF9A009-458F-4BEB-CBB4-E9CC263050A1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42" creationId="{D92FC58D-7FF5-7A17-65E3-D66FAEAEC1BB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44" creationId="{8C1802DC-762E-6ABB-2068-332162BE81A6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46" creationId="{75013EEE-F457-4A70-F9C4-9CFB2524E5D2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48" creationId="{64973EDC-F4AE-415B-D4D3-1E4ABE5094C1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50" creationId="{6A1CBA97-F313-8561-9583-E7043379499F}"/>
          </ac:spMkLst>
        </pc:spChg>
        <pc:spChg chg="del">
          <ac:chgData name="Josue Cruz" userId="641ec49335b43166" providerId="LiveId" clId="{BF897846-7A58-4F6B-B71F-B55AEF66AEBE}" dt="2026-08-19T00:55:49.849" v="374" actId="478"/>
          <ac:spMkLst>
            <pc:docMk/>
            <pc:sldMk cId="1870466354" sldId="274"/>
            <ac:spMk id="52" creationId="{AC5B91BD-39A7-1306-1149-39782830FE35}"/>
          </ac:spMkLst>
        </pc:spChg>
        <pc:spChg chg="del mod">
          <ac:chgData name="Josue Cruz" userId="641ec49335b43166" providerId="LiveId" clId="{BF897846-7A58-4F6B-B71F-B55AEF66AEBE}" dt="2026-08-19T00:55:51.517" v="375" actId="478"/>
          <ac:spMkLst>
            <pc:docMk/>
            <pc:sldMk cId="1870466354" sldId="274"/>
            <ac:spMk id="54" creationId="{1E6BC6B4-8EE3-3E78-7380-0D1DFCF89E81}"/>
          </ac:spMkLst>
        </pc:spChg>
        <pc:spChg chg="del">
          <ac:chgData name="Josue Cruz" userId="641ec49335b43166" providerId="LiveId" clId="{BF897846-7A58-4F6B-B71F-B55AEF66AEBE}" dt="2026-08-19T00:55:52.839" v="376" actId="478"/>
          <ac:spMkLst>
            <pc:docMk/>
            <pc:sldMk cId="1870466354" sldId="274"/>
            <ac:spMk id="56" creationId="{35790774-251B-E6CC-86FD-3EE472F707A9}"/>
          </ac:spMkLst>
        </pc:spChg>
        <pc:spChg chg="del">
          <ac:chgData name="Josue Cruz" userId="641ec49335b43166" providerId="LiveId" clId="{BF897846-7A58-4F6B-B71F-B55AEF66AEBE}" dt="2026-08-19T00:55:54.229" v="377" actId="478"/>
          <ac:spMkLst>
            <pc:docMk/>
            <pc:sldMk cId="1870466354" sldId="274"/>
            <ac:spMk id="58" creationId="{BDD0104A-A8AD-0D46-6681-58DC09852037}"/>
          </ac:spMkLst>
        </pc:spChg>
        <pc:spChg chg="del">
          <ac:chgData name="Josue Cruz" userId="641ec49335b43166" providerId="LiveId" clId="{BF897846-7A58-4F6B-B71F-B55AEF66AEBE}" dt="2026-08-19T00:55:55.691" v="378" actId="478"/>
          <ac:spMkLst>
            <pc:docMk/>
            <pc:sldMk cId="1870466354" sldId="274"/>
            <ac:spMk id="60" creationId="{93F8EF36-868F-EB73-6275-B36078DA487D}"/>
          </ac:spMkLst>
        </pc:spChg>
      </pc:sldChg>
      <pc:sldChg chg="add">
        <pc:chgData name="Josue Cruz" userId="641ec49335b43166" providerId="LiveId" clId="{BF897846-7A58-4F6B-B71F-B55AEF66AEBE}" dt="2026-08-19T01:16:08.711" v="428" actId="26606"/>
        <pc:sldMkLst>
          <pc:docMk/>
          <pc:sldMk cId="0" sldId="275"/>
        </pc:sldMkLst>
      </pc:sldChg>
      <pc:sldChg chg="add">
        <pc:chgData name="Josue Cruz" userId="641ec49335b43166" providerId="LiveId" clId="{BF897846-7A58-4F6B-B71F-B55AEF66AEBE}" dt="2026-08-19T01:16:08.711" v="428" actId="26606"/>
        <pc:sldMkLst>
          <pc:docMk/>
          <pc:sldMk cId="0" sldId="276"/>
        </pc:sldMkLst>
      </pc:sldChg>
      <pc:sldChg chg="add">
        <pc:chgData name="Josue Cruz" userId="641ec49335b43166" providerId="LiveId" clId="{BF897846-7A58-4F6B-B71F-B55AEF66AEBE}" dt="2026-08-19T01:16:08.711" v="428" actId="26606"/>
        <pc:sldMkLst>
          <pc:docMk/>
          <pc:sldMk cId="0" sldId="277"/>
        </pc:sldMkLst>
      </pc:sldChg>
      <pc:sldChg chg="add">
        <pc:chgData name="Josue Cruz" userId="641ec49335b43166" providerId="LiveId" clId="{BF897846-7A58-4F6B-B71F-B55AEF66AEBE}" dt="2026-08-19T01:16:08.711" v="428" actId="26606"/>
        <pc:sldMkLst>
          <pc:docMk/>
          <pc:sldMk cId="0" sldId="278"/>
        </pc:sldMkLst>
      </pc:sldChg>
      <pc:sldChg chg="add">
        <pc:chgData name="Josue Cruz" userId="641ec49335b43166" providerId="LiveId" clId="{BF897846-7A58-4F6B-B71F-B55AEF66AEBE}" dt="2026-08-19T01:16:08.711" v="428" actId="26606"/>
        <pc:sldMkLst>
          <pc:docMk/>
          <pc:sldMk cId="0" sldId="279"/>
        </pc:sldMkLst>
      </pc:sldChg>
      <pc:sldChg chg="addSp delSp modSp add del mod replId setBg">
        <pc:chgData name="Josue Cruz" userId="641ec49335b43166" providerId="LiveId" clId="{BF897846-7A58-4F6B-B71F-B55AEF66AEBE}" dt="2026-08-19T01:16:08.711" v="428" actId="26606"/>
        <pc:sldMkLst>
          <pc:docMk/>
          <pc:sldMk cId="3952663906" sldId="280"/>
        </pc:sldMkLst>
        <pc:spChg chg="mod">
          <ac:chgData name="Josue Cruz" userId="641ec49335b43166" providerId="LiveId" clId="{BF897846-7A58-4F6B-B71F-B55AEF66AEBE}" dt="2026-08-19T01:11:53.172" v="387"/>
          <ac:spMkLst>
            <pc:docMk/>
            <pc:sldMk cId="3952663906" sldId="280"/>
            <ac:spMk id="4" creationId="{43C90C00-C75A-7336-0AFC-92E1B0047690}"/>
          </ac:spMkLst>
        </pc:spChg>
        <pc:spChg chg="mod">
          <ac:chgData name="Josue Cruz" userId="641ec49335b43166" providerId="LiveId" clId="{BF897846-7A58-4F6B-B71F-B55AEF66AEBE}" dt="2026-08-19T01:12:06.025" v="389"/>
          <ac:spMkLst>
            <pc:docMk/>
            <pc:sldMk cId="3952663906" sldId="280"/>
            <ac:spMk id="7" creationId="{256B59CE-47B5-97B9-C117-57C168029F31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3952663906" sldId="280"/>
            <ac:spMk id="8" creationId="{4960C902-B8A0-C73B-C93E-C88003A88C3B}"/>
          </ac:spMkLst>
        </pc:spChg>
        <pc:spChg chg="mod">
          <ac:chgData name="Josue Cruz" userId="641ec49335b43166" providerId="LiveId" clId="{BF897846-7A58-4F6B-B71F-B55AEF66AEBE}" dt="2026-08-19T01:12:19.322" v="395"/>
          <ac:spMkLst>
            <pc:docMk/>
            <pc:sldMk cId="3952663906" sldId="280"/>
            <ac:spMk id="10" creationId="{80E7F1FA-C252-E4E6-C31A-E106022FCE23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3952663906" sldId="280"/>
            <ac:spMk id="11" creationId="{5A2B3B58-FD38-436A-1F5B-894646582858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3952663906" sldId="280"/>
            <ac:spMk id="13" creationId="{2EDA962F-F499-5688-D161-D287949005AD}"/>
          </ac:spMkLst>
        </pc:spChg>
        <pc:spChg chg="add del mod">
          <ac:chgData name="Josue Cruz" userId="641ec49335b43166" providerId="LiveId" clId="{BF897846-7A58-4F6B-B71F-B55AEF66AEBE}" dt="2026-08-19T01:12:12.805" v="392"/>
          <ac:spMkLst>
            <pc:docMk/>
            <pc:sldMk cId="3952663906" sldId="280"/>
            <ac:spMk id="14" creationId="{4854475F-7C18-0107-8C19-D30B4F0A1AEC}"/>
          </ac:spMkLst>
        </pc:spChg>
        <pc:spChg chg="add del mod">
          <ac:chgData name="Josue Cruz" userId="641ec49335b43166" providerId="LiveId" clId="{BF897846-7A58-4F6B-B71F-B55AEF66AEBE}" dt="2026-08-19T01:12:21.926" v="397"/>
          <ac:spMkLst>
            <pc:docMk/>
            <pc:sldMk cId="3952663906" sldId="280"/>
            <ac:spMk id="15" creationId="{BB903F97-A8CC-C63E-DB60-E97D3AB89DC1}"/>
          </ac:spMkLst>
        </pc:spChg>
        <pc:spChg chg="mod">
          <ac:chgData name="Josue Cruz" userId="641ec49335b43166" providerId="LiveId" clId="{BF897846-7A58-4F6B-B71F-B55AEF66AEBE}" dt="2026-08-19T01:11:04.118" v="383" actId="26606"/>
          <ac:spMkLst>
            <pc:docMk/>
            <pc:sldMk cId="3952663906" sldId="280"/>
            <ac:spMk id="16" creationId="{024E5E91-F042-AC0B-3788-067231058460}"/>
          </ac:spMkLst>
        </pc:spChg>
        <pc:spChg chg="mod">
          <ac:chgData name="Josue Cruz" userId="641ec49335b43166" providerId="LiveId" clId="{BF897846-7A58-4F6B-B71F-B55AEF66AEBE}" dt="2026-08-19T01:12:35.597" v="398" actId="1076"/>
          <ac:spMkLst>
            <pc:docMk/>
            <pc:sldMk cId="3952663906" sldId="280"/>
            <ac:spMk id="18" creationId="{E719FAB6-6CC5-A802-2EB8-ACA2B71F9B53}"/>
          </ac:spMkLst>
        </pc:spChg>
        <pc:spChg chg="add mod">
          <ac:chgData name="Josue Cruz" userId="641ec49335b43166" providerId="LiveId" clId="{BF897846-7A58-4F6B-B71F-B55AEF66AEBE}" dt="2026-08-19T01:13:18.359" v="422"/>
          <ac:spMkLst>
            <pc:docMk/>
            <pc:sldMk cId="3952663906" sldId="280"/>
            <ac:spMk id="19" creationId="{9C1EE621-64A0-3C78-DBCB-97238AAA62DB}"/>
          </ac:spMkLst>
        </pc:spChg>
        <pc:spChg chg="mod">
          <ac:chgData name="Josue Cruz" userId="641ec49335b43166" providerId="LiveId" clId="{BF897846-7A58-4F6B-B71F-B55AEF66AEBE}" dt="2026-08-19T01:12:35.597" v="398" actId="1076"/>
          <ac:spMkLst>
            <pc:docMk/>
            <pc:sldMk cId="3952663906" sldId="280"/>
            <ac:spMk id="20" creationId="{9574641E-560E-EEBF-D05F-B3040E55D803}"/>
          </ac:spMkLst>
        </pc:spChg>
        <pc:spChg chg="mod">
          <ac:chgData name="Josue Cruz" userId="641ec49335b43166" providerId="LiveId" clId="{BF897846-7A58-4F6B-B71F-B55AEF66AEBE}" dt="2026-08-19T01:12:35.597" v="398" actId="1076"/>
          <ac:spMkLst>
            <pc:docMk/>
            <pc:sldMk cId="3952663906" sldId="280"/>
            <ac:spMk id="22" creationId="{1ED371A5-2902-584D-2F64-126C078B0134}"/>
          </ac:spMkLst>
        </pc:spChg>
        <pc:spChg chg="add del mod">
          <ac:chgData name="Josue Cruz" userId="641ec49335b43166" providerId="LiveId" clId="{BF897846-7A58-4F6B-B71F-B55AEF66AEBE}" dt="2026-08-19T01:13:36.455" v="426" actId="22"/>
          <ac:spMkLst>
            <pc:docMk/>
            <pc:sldMk cId="3952663906" sldId="280"/>
            <ac:spMk id="23" creationId="{6D8969D5-A6DD-F4AC-4BE1-D4EA49E8B72A}"/>
          </ac:spMkLst>
        </pc:spChg>
        <pc:spChg chg="mod">
          <ac:chgData name="Josue Cruz" userId="641ec49335b43166" providerId="LiveId" clId="{BF897846-7A58-4F6B-B71F-B55AEF66AEBE}" dt="2026-08-19T01:12:35.597" v="398" actId="1076"/>
          <ac:spMkLst>
            <pc:docMk/>
            <pc:sldMk cId="3952663906" sldId="280"/>
            <ac:spMk id="24" creationId="{5EF4190F-E9AE-70FA-9167-EBD2DB95937B}"/>
          </ac:spMkLst>
        </pc:spChg>
        <pc:spChg chg="mod">
          <ac:chgData name="Josue Cruz" userId="641ec49335b43166" providerId="LiveId" clId="{BF897846-7A58-4F6B-B71F-B55AEF66AEBE}" dt="2026-08-19T01:12:35.597" v="398" actId="1076"/>
          <ac:spMkLst>
            <pc:docMk/>
            <pc:sldMk cId="3952663906" sldId="280"/>
            <ac:spMk id="26" creationId="{C78D824C-64BE-0E83-5E21-30721A92D4F0}"/>
          </ac:spMkLst>
        </pc:spChg>
        <pc:spChg chg="mod">
          <ac:chgData name="Josue Cruz" userId="641ec49335b43166" providerId="LiveId" clId="{BF897846-7A58-4F6B-B71F-B55AEF66AEBE}" dt="2026-08-19T01:12:35.597" v="398" actId="1076"/>
          <ac:spMkLst>
            <pc:docMk/>
            <pc:sldMk cId="3952663906" sldId="280"/>
            <ac:spMk id="28" creationId="{51F3A607-8A0A-8E5A-0A03-77F5371E987D}"/>
          </ac:spMkLst>
        </pc:spChg>
        <pc:spChg chg="mod">
          <ac:chgData name="Josue Cruz" userId="641ec49335b43166" providerId="LiveId" clId="{BF897846-7A58-4F6B-B71F-B55AEF66AEBE}" dt="2026-08-19T01:12:43.870" v="401" actId="1076"/>
          <ac:spMkLst>
            <pc:docMk/>
            <pc:sldMk cId="3952663906" sldId="280"/>
            <ac:spMk id="30" creationId="{7EB4144F-F1E6-CAFA-290F-B598B9439CB4}"/>
          </ac:spMkLst>
        </pc:spChg>
        <pc:spChg chg="mod">
          <ac:chgData name="Josue Cruz" userId="641ec49335b43166" providerId="LiveId" clId="{BF897846-7A58-4F6B-B71F-B55AEF66AEBE}" dt="2026-08-19T01:12:41.218" v="400" actId="1076"/>
          <ac:spMkLst>
            <pc:docMk/>
            <pc:sldMk cId="3952663906" sldId="280"/>
            <ac:spMk id="32" creationId="{061D6672-5DF5-B5C7-757C-B42BCAE73685}"/>
          </ac:spMkLst>
        </pc:spChg>
        <pc:spChg chg="mod">
          <ac:chgData name="Josue Cruz" userId="641ec49335b43166" providerId="LiveId" clId="{BF897846-7A58-4F6B-B71F-B55AEF66AEBE}" dt="2026-08-19T01:12:39.026" v="399" actId="1076"/>
          <ac:spMkLst>
            <pc:docMk/>
            <pc:sldMk cId="3952663906" sldId="280"/>
            <ac:spMk id="34" creationId="{1BBEEAEB-57D2-7BF7-E88D-03A94A166A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9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0CEC-5F82-1EEF-6847-93F7B6E5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7545A-2CA8-C245-C462-FE6B08B05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FEC87-C775-A04B-DD27-FB18BBB14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D276A-F42F-D604-760D-18D00DA7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21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DDC6-7143-27E4-3DA1-D7D9817E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2F899-274E-00A5-3D60-AACF2DA23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8FF93-634F-0439-4DB2-FE076B469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01CBE-04E3-A6E5-489D-988861375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49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9635-7ED2-C4DF-69B7-A5BD7BCC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68216-9230-D053-3153-7CC5D4ABF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367ED-A0D9-2E6D-AB8A-8476DC9D7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3F392-AB6D-89C9-663E-D87FF5D41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2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D970-18A2-00CF-02CC-49F64E06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6F2CE-28E3-F2A9-11FE-0357BF526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97C62-EF8F-6C0C-F89A-D6FF47133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6C4EF-028E-9E18-780B-2F02538A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73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7B2FF7">
              <a:alpha val="18000"/>
            </a:srgbClr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3" name="Shape 1"/>
          <p:cNvSpPr/>
          <p:nvPr/>
        </p:nvSpPr>
        <p:spPr>
          <a:xfrm>
            <a:off x="-2286000" y="4023360"/>
            <a:ext cx="5943600" cy="5943600"/>
          </a:xfrm>
          <a:prstGeom prst="ellipse">
            <a:avLst/>
          </a:prstGeom>
          <a:solidFill>
            <a:srgbClr val="FF6B35">
              <a:alpha val="15000"/>
            </a:srgbClr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Copas y Ligas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torneo con sitio web propio, marcador en vivo y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al instante — sin instalar nada.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Fútbol  ·  Basketball</a:t>
            </a:r>
            <a:endParaRPr lang="en-US" sz="1400" dirty="0"/>
          </a:p>
        </p:txBody>
      </p:sp>
      <p:pic>
        <p:nvPicPr>
          <p:cNvPr id="9" name="Image 0" descr="/sessions/amazing-gallant-hamilton/mnt/outputs/screenshot-1785597945497-f2089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20240"/>
            <a:ext cx="5120640" cy="2685744"/>
          </a:xfrm>
          <a:prstGeom prst="rect">
            <a:avLst/>
          </a:prstGeom>
          <a:effectLst>
            <a:outerShdw blurRad="203200" dist="762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11" name="Shape 5">
            <a:extLst>
              <a:ext uri="{FF2B5EF4-FFF2-40B4-BE49-F238E27FC236}">
                <a16:creationId xmlns:a16="http://schemas.microsoft.com/office/drawing/2014/main" id="{5BFA0A37-90BF-F216-CCF5-DD4AB8E6E6A5}"/>
              </a:ext>
            </a:extLst>
          </p:cNvPr>
          <p:cNvSpPr/>
          <p:nvPr/>
        </p:nvSpPr>
        <p:spPr>
          <a:xfrm>
            <a:off x="5890847" y="601980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lstStyle/>
          <a:p>
            <a:r>
              <a:rPr lang="es-419" dirty="0" err="1">
                <a:solidFill>
                  <a:schemeClr val="bg1"/>
                </a:solidFill>
              </a:rPr>
              <a:t>Subtte</a:t>
            </a:r>
            <a:r>
              <a:rPr lang="es-419" dirty="0">
                <a:solidFill>
                  <a:schemeClr val="bg1"/>
                </a:solidFill>
              </a:rPr>
              <a:t>. de Artillería MIGUELANGEL JOSUÉ CRUZ SAGASTUME</a:t>
            </a:r>
            <a:endParaRPr lang="es-GT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ESTA PLATAFORMA?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un torneo profesional necesita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2121408"/>
          </a:xfrm>
          <a:prstGeom prst="roundRect">
            <a:avLst>
              <a:gd name="adj" fmla="val 5172"/>
            </a:avLst>
          </a:prstGeom>
          <a:solidFill>
            <a:srgbClr val="241A3A"/>
          </a:solidFill>
          <a:ln w="12700">
            <a:solidFill>
              <a:srgbClr val="7B2FF7"/>
            </a:solidFill>
            <a:prstDash val="solid"/>
          </a:ln>
        </p:spPr>
        <p:txBody>
          <a:bodyPr/>
          <a:lstStyle/>
          <a:p>
            <a:endParaRPr lang="es-GT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713232" cy="713232"/>
          </a:xfrm>
          <a:prstGeom prst="ellipse">
            <a:avLst/>
          </a:prstGeom>
          <a:solidFill>
            <a:srgbClr val="7B2FF7"/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55648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 propio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55648" y="2350008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copa o liga tiene su página con su nombre, colores y escudo. Tu afición entra con un código de 6 letras o un enlace — sin crear cuentas ni instalar apps.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3056" y="1600200"/>
            <a:ext cx="5440680" cy="2121408"/>
          </a:xfrm>
          <a:prstGeom prst="roundRect">
            <a:avLst>
              <a:gd name="adj" fmla="val 5172"/>
            </a:avLst>
          </a:prstGeom>
          <a:solidFill>
            <a:srgbClr val="241A3A"/>
          </a:solidFill>
          <a:ln w="12700">
            <a:solidFill>
              <a:srgbClr val="7B2FF7"/>
            </a:solidFill>
            <a:prstDash val="solid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8"/>
          <p:cNvSpPr/>
          <p:nvPr/>
        </p:nvSpPr>
        <p:spPr>
          <a:xfrm>
            <a:off x="6419088" y="1874520"/>
            <a:ext cx="713232" cy="71323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11" name="Text 9"/>
          <p:cNvSpPr/>
          <p:nvPr/>
        </p:nvSpPr>
        <p:spPr>
          <a:xfrm>
            <a:off x="6419088" y="18745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51776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siempre al día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51776" y="2350008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clasificación se calcula sola con cada resultado: posiciones, diferencia, racha y zona de playoffs. Cero hojas de Excel.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995928"/>
            <a:ext cx="5440680" cy="2121408"/>
          </a:xfrm>
          <a:prstGeom prst="roundRect">
            <a:avLst>
              <a:gd name="adj" fmla="val 5172"/>
            </a:avLst>
          </a:prstGeom>
          <a:solidFill>
            <a:srgbClr val="241A3A"/>
          </a:solidFill>
          <a:ln w="12700">
            <a:solidFill>
              <a:srgbClr val="7B2FF7"/>
            </a:solidFill>
            <a:prstDash val="solid"/>
          </a:ln>
        </p:spPr>
        <p:txBody>
          <a:bodyPr/>
          <a:lstStyle/>
          <a:p>
            <a:endParaRPr lang="es-GT" dirty="0"/>
          </a:p>
        </p:txBody>
      </p:sp>
      <p:sp>
        <p:nvSpPr>
          <p:cNvPr id="15" name="Shape 13"/>
          <p:cNvSpPr/>
          <p:nvPr/>
        </p:nvSpPr>
        <p:spPr>
          <a:xfrm>
            <a:off x="822960" y="4270248"/>
            <a:ext cx="713232" cy="713232"/>
          </a:xfrm>
          <a:prstGeom prst="ellipse">
            <a:avLst/>
          </a:prstGeom>
          <a:solidFill>
            <a:srgbClr val="7B2FF7"/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16" name="Text 14"/>
          <p:cNvSpPr/>
          <p:nvPr/>
        </p:nvSpPr>
        <p:spPr>
          <a:xfrm>
            <a:off x="822960" y="42702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55648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 en vivo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55648" y="4745736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Proyecta el marcador gigante en una pantalla o comparte el enlace: puntos, faltas y cambios se actualizan solos con animaciones.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3056" y="3995928"/>
            <a:ext cx="5440680" cy="2121408"/>
          </a:xfrm>
          <a:prstGeom prst="roundRect">
            <a:avLst>
              <a:gd name="adj" fmla="val 5172"/>
            </a:avLst>
          </a:prstGeom>
          <a:solidFill>
            <a:srgbClr val="241A3A"/>
          </a:solidFill>
          <a:ln w="12700">
            <a:solidFill>
              <a:srgbClr val="7B2FF7"/>
            </a:solidFill>
            <a:prstDash val="solid"/>
          </a:ln>
        </p:spPr>
        <p:txBody>
          <a:bodyPr/>
          <a:lstStyle/>
          <a:p>
            <a:endParaRPr lang="es-GT" dirty="0"/>
          </a:p>
        </p:txBody>
      </p:sp>
      <p:sp>
        <p:nvSpPr>
          <p:cNvPr id="20" name="Shape 18"/>
          <p:cNvSpPr/>
          <p:nvPr/>
        </p:nvSpPr>
        <p:spPr>
          <a:xfrm>
            <a:off x="6419088" y="4270248"/>
            <a:ext cx="713232" cy="71323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21" name="Text 19"/>
          <p:cNvSpPr/>
          <p:nvPr/>
        </p:nvSpPr>
        <p:spPr>
          <a:xfrm>
            <a:off x="6419088" y="42702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51776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Difusión instantánea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51776" y="4745736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del resultado lista para Instagram y WhatsApp, ficha del partido en PDF y enlaces para compartir con QR.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5486400" cy="548640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vive tu afición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Jugadores, familias y patrocinadores siguen el torneo desde el celular,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si fuera una liga grande.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DEL USUARIO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es tan fácil como un código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registros, sin contraseñas, sin descargar 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386579-7b4ffa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8346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8346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6 letras que tú repartes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8840" y="3118104"/>
            <a:ext cx="1717472" cy="618529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42062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42062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clic y ya está dentro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3736633"/>
            <a:ext cx="2694737" cy="753071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17373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17373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por enlace directo o QR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 flipV="1">
            <a:off x="8205368" y="1633049"/>
            <a:ext cx="1807312" cy="387775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DEL USUARIO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torneo con su propia identidad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colores, logo y frase del torneo — se ve como una liga profesional.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597945497-f2089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16916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16916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marca y tus colores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flipV="1">
            <a:off x="2148840" y="1653551"/>
            <a:ext cx="1365656" cy="321553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484632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484632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de la temporada en vivo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4474733"/>
            <a:ext cx="1991106" cy="655051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16916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16916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clara para la afición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 flipV="1">
            <a:off x="5469026" y="1653551"/>
            <a:ext cx="4543654" cy="321553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DEL USUARIO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posiciones que se calcula sola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resultado actualiza posiciones, diferencia y racha al instante.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144514-51fe7c1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4688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46888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Oro, plata y bronce automáticos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8840" y="2752344"/>
            <a:ext cx="1052932" cy="410212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42976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429768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playoffs resaltada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4269706"/>
            <a:ext cx="974750" cy="311438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21945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21945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Racha de últimos partidos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>
            <a:off x="8439912" y="2478024"/>
            <a:ext cx="1572768" cy="684532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DEL USUARIO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y resultados por jornada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grupos y eliminación directa, con sede y hora de cada encuentro.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183463-6126e3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28600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28600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Grupos, cuartos, semis y final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8840" y="2569464"/>
            <a:ext cx="3476549" cy="593092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37947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37947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por jornada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3408589"/>
            <a:ext cx="2851099" cy="669635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64592" y="51206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64592" y="51206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Ganador resaltado en verde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V="1">
            <a:off x="2148840" y="4146689"/>
            <a:ext cx="1600200" cy="1257415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DEL USUARIO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 en vivo para proyectar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Compartes un enlace o lo pones en una pantalla en la cancha: se actualiza solo.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099273-344118f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3774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3774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Cronómetro y cuarto o tiempo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flipV="1">
            <a:off x="2148840" y="2465461"/>
            <a:ext cx="2382012" cy="195443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393192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393192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 gigante en tiempo real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3244567"/>
            <a:ext cx="3945636" cy="970817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20116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201168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pantalla completa para TV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>
            <a:off x="7931734" y="2295144"/>
            <a:ext cx="2080946" cy="170317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2194560" y="5989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confeti y animaciones cuando cae una canasta o un gol 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DEL USUARIO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instantáneo del torneo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 cada partido, la imagen del resultado se genera sola.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062858-37a460f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31089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31089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para Instagram y WhatsApp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8840" y="3392424"/>
            <a:ext cx="3906545" cy="549237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0040112" y="31089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0040112" y="31089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Colores y escudos de los equipos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H="1">
            <a:off x="6563563" y="3392424"/>
            <a:ext cx="3449117" cy="385215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484632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484632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con un botón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>
            <a:off x="5586298" y="5129784"/>
            <a:ext cx="4426382" cy="226569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7B2FF7">
              <a:alpha val="22000"/>
            </a:srgbClr>
          </a:solidFill>
          <a:ln/>
        </p:spPr>
        <p:txBody>
          <a:bodyPr/>
          <a:lstStyle/>
          <a:p>
            <a:endParaRPr lang="es-GT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panel de control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Administras todo el torneo desde el celular o la computadora,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incluso desde la banca a mitad del partido.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ORGANIZADOR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tus copas y ligas en un lugar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una con su enlace propio y su código para repartir.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0863867-15c383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1488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1488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propia de cada torneo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flipV="1">
            <a:off x="2148840" y="2260434"/>
            <a:ext cx="2382012" cy="171870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36118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361188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listo para copiar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2403953"/>
            <a:ext cx="1873834" cy="1491391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17373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17373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la siguiente en minutos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 flipV="1">
            <a:off x="9417177" y="1669954"/>
            <a:ext cx="595503" cy="350870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Shape 13"/>
          <p:cNvSpPr/>
          <p:nvPr/>
        </p:nvSpPr>
        <p:spPr>
          <a:xfrm>
            <a:off x="10040112" y="31089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7" name="Text 14"/>
          <p:cNvSpPr/>
          <p:nvPr/>
        </p:nvSpPr>
        <p:spPr>
          <a:xfrm>
            <a:off x="10040112" y="31089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Fútbol y basketball juntos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 flipH="1" flipV="1">
            <a:off x="5859932" y="1993897"/>
            <a:ext cx="4152748" cy="1398527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ORGANIZADOR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pulso del torneo de un vistazo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Resumen, próximo encuentro y accesos directos a lo que sigue.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221107-5821be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33172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33172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Cuánta gente visita tu torneo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8840" y="2615184"/>
            <a:ext cx="2538374" cy="96311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39776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39776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en tiempo real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3736633"/>
            <a:ext cx="3163824" cy="524471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256032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256032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encuentro al frente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>
            <a:off x="8596274" y="2843784"/>
            <a:ext cx="1416406" cy="564805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ORGANIZADOR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y controla cada encuentro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Jornadas, fases y todas las acciones de un partido en su tarjeta.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256346-472df8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28600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28600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 que se calcula solo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8840" y="2569464"/>
            <a:ext cx="2929280" cy="60020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393192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393192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Ficha, vivo, PDF e imagen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2896020"/>
            <a:ext cx="3711092" cy="1319364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20116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201168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en firme al finalizar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>
            <a:off x="6016295" y="2295144"/>
            <a:ext cx="3996385" cy="108809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ORGANIZADOR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partido se registra mientras se juega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Puntos, faltas y cambios con reglas reales de cada deporte.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298891-2fbe01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40112" y="16916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0040112" y="16916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 en vivo automático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flipH="1">
            <a:off x="6680835" y="1975104"/>
            <a:ext cx="3331845" cy="182816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256032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256032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Cronómetro FIBA por cuartos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148840" y="2843784"/>
            <a:ext cx="1678381" cy="52236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64592" y="411480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64592" y="411480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punto con su jugadora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V="1">
            <a:off x="2148840" y="3777639"/>
            <a:ext cx="2655646" cy="620625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Shape 13"/>
          <p:cNvSpPr/>
          <p:nvPr/>
        </p:nvSpPr>
        <p:spPr>
          <a:xfrm>
            <a:off x="10040112" y="457200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7" name="Text 14"/>
          <p:cNvSpPr/>
          <p:nvPr/>
        </p:nvSpPr>
        <p:spPr>
          <a:xfrm>
            <a:off x="10040112" y="457200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Expulsión automática por faltas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 flipH="1">
            <a:off x="4765396" y="4855464"/>
            <a:ext cx="5247284" cy="70331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9" name="Text 16"/>
          <p:cNvSpPr/>
          <p:nvPr/>
        </p:nvSpPr>
        <p:spPr>
          <a:xfrm>
            <a:off x="1828800" y="60350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fútbol: goles, tarjetas y doble amarilla con expulsión (regla IFAB) — tiempos de 45, 25 o 20 min según la modalidad.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ORGANIZADOR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y plantillas sin fricción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Escudos, colores y jugadoras con dorsal — todo alimenta las estadísticas.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399032"/>
            <a:ext cx="7982712" cy="4265147"/>
          </a:xfrm>
          <a:prstGeom prst="roundRect">
            <a:avLst>
              <a:gd name="adj" fmla="val 2144"/>
            </a:avLst>
          </a:prstGeom>
          <a:solidFill>
            <a:srgbClr val="241A3A"/>
          </a:solidFill>
          <a:ln w="15875">
            <a:solidFill>
              <a:srgbClr val="7B2FF7"/>
            </a:solidFill>
            <a:prstDash val="solid"/>
          </a:ln>
          <a:effectLst>
            <a:outerShdw blurRad="177800" dist="635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pic>
        <p:nvPicPr>
          <p:cNvPr id="6" name="Image 0" descr="/sessions/amazing-gallant-hamilton/mnt/outputs/screenshot-1785601336670-d2f969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4100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1945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8" name="Text 5"/>
          <p:cNvSpPr/>
          <p:nvPr/>
        </p:nvSpPr>
        <p:spPr>
          <a:xfrm>
            <a:off x="164592" y="21945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de cada equipo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flipV="1">
            <a:off x="2148840" y="2301439"/>
            <a:ext cx="2264740" cy="176585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0" name="Shape 7"/>
          <p:cNvSpPr/>
          <p:nvPr/>
        </p:nvSpPr>
        <p:spPr>
          <a:xfrm>
            <a:off x="164592" y="374904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1" name="Text 8"/>
          <p:cNvSpPr/>
          <p:nvPr/>
        </p:nvSpPr>
        <p:spPr>
          <a:xfrm>
            <a:off x="164592" y="374904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Escudo propio o generado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2055406"/>
            <a:ext cx="1600200" cy="1977098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3" name="Shape 10"/>
          <p:cNvSpPr/>
          <p:nvPr/>
        </p:nvSpPr>
        <p:spPr>
          <a:xfrm>
            <a:off x="10040112" y="173736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7B2FF7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14" name="Text 11"/>
          <p:cNvSpPr/>
          <p:nvPr/>
        </p:nvSpPr>
        <p:spPr>
          <a:xfrm>
            <a:off x="10040112" y="1737360"/>
            <a:ext cx="195681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 un equipo en segundos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 flipH="1" flipV="1">
            <a:off x="9534449" y="1665853"/>
            <a:ext cx="478231" cy="354971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  <a:tailEnd type="triangle"/>
          </a:ln>
        </p:spPr>
        <p:txBody>
          <a:bodyPr/>
          <a:lstStyle/>
          <a:p>
            <a:endParaRPr lang="es-GT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3997A-4903-1D43-F1B4-12737200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AD7F96-8ABC-9C1E-3CD7-13F3AA03E908}"/>
              </a:ext>
            </a:extLst>
          </p:cNvPr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7B2FF7">
              <a:alpha val="22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A2EBBA-222B-DD7C-011F-81C5B2ABF86F}"/>
              </a:ext>
            </a:extLst>
          </p:cNvPr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3</a:t>
            </a: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903623-79F2-2BB8-6A21-C5E08CB113C6}"/>
              </a:ext>
            </a:extLst>
          </p:cNvPr>
          <p:cNvSpPr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Datos </a:t>
            </a:r>
            <a:r>
              <a:rPr lang="en-US" sz="4400" b="1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necesarios</a:t>
            </a:r>
            <a:r>
              <a:rPr lang="en-US" sz="44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para </a:t>
            </a:r>
            <a:r>
              <a:rPr lang="en-US" sz="4400" b="1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crear</a:t>
            </a:r>
            <a:r>
              <a:rPr lang="en-US" sz="44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el </a:t>
            </a:r>
            <a:r>
              <a:rPr lang="en-US" sz="4400" b="1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torneo</a:t>
            </a:r>
            <a:r>
              <a:rPr lang="en-US" sz="44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: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589262-2792-0E5D-4049-D289441FE743}"/>
              </a:ext>
            </a:extLst>
          </p:cNvPr>
          <p:cNvSpPr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torneo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vea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lo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600" noProof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proporciona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estos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</a:t>
            </a:r>
            <a:r>
              <a:rPr lang="en-US" sz="16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r>
              <a:rPr lang="en-US" sz="16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86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8EA41-9A97-B337-AEC3-6DABDE11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719D53-318B-EE24-676E-57AE783731CC}"/>
              </a:ext>
            </a:extLst>
          </p:cNvPr>
          <p:cNvSpPr/>
          <p:nvPr/>
        </p:nvSpPr>
        <p:spPr>
          <a:xfrm>
            <a:off x="8046720" y="-2121408"/>
            <a:ext cx="6217920" cy="6217920"/>
          </a:xfrm>
          <a:prstGeom prst="ellipse">
            <a:avLst/>
          </a:prstGeom>
          <a:solidFill>
            <a:srgbClr val="00B0F0">
              <a:alpha val="20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66DBC8-7523-8327-E1E2-8C666DC00662}"/>
              </a:ext>
            </a:extLst>
          </p:cNvPr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E44E39-63DB-7154-1DDE-EDF616C8C2F8}"/>
              </a:ext>
            </a:extLst>
          </p:cNvPr>
          <p:cNvSpPr/>
          <p:nvPr/>
        </p:nvSpPr>
        <p:spPr>
          <a:xfrm>
            <a:off x="914400" y="137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4000">
                <a:solidFill>
                  <a:srgbClr val="FFFFFF"/>
                </a:solidFill>
              </a:rPr>
              <a:t>Datos del campeonato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762C0C-4861-E479-E950-7FEBD76D0168}"/>
              </a:ext>
            </a:extLst>
          </p:cNvPr>
          <p:cNvSpPr/>
          <p:nvPr/>
        </p:nvSpPr>
        <p:spPr>
          <a:xfrm>
            <a:off x="873369" y="1388716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FCC669-30EF-65B9-1FBB-2A1DFFE42500}"/>
              </a:ext>
            </a:extLst>
          </p:cNvPr>
          <p:cNvSpPr/>
          <p:nvPr/>
        </p:nvSpPr>
        <p:spPr>
          <a:xfrm>
            <a:off x="873369" y="13704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211773-6327-1E8B-0CEE-D8D68A54C43E}"/>
              </a:ext>
            </a:extLst>
          </p:cNvPr>
          <p:cNvSpPr/>
          <p:nvPr/>
        </p:nvSpPr>
        <p:spPr>
          <a:xfrm>
            <a:off x="1295400" y="12972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 dirty="0">
                <a:solidFill>
                  <a:srgbClr val="FFFFFF"/>
                </a:solidFill>
              </a:rPr>
              <a:t>Nombre (ej. "Copa Exalumnos")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B8F867C-2E3B-C2FB-338A-07F41698C117}"/>
              </a:ext>
            </a:extLst>
          </p:cNvPr>
          <p:cNvSpPr/>
          <p:nvPr/>
        </p:nvSpPr>
        <p:spPr>
          <a:xfrm>
            <a:off x="873369" y="1842633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486F3FC-9B13-22D6-78B9-94A8DC68A7AC}"/>
              </a:ext>
            </a:extLst>
          </p:cNvPr>
          <p:cNvSpPr/>
          <p:nvPr/>
        </p:nvSpPr>
        <p:spPr>
          <a:xfrm>
            <a:off x="873369" y="182434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8010CA8-82C3-108A-7A20-B49AC193C81A}"/>
              </a:ext>
            </a:extLst>
          </p:cNvPr>
          <p:cNvSpPr/>
          <p:nvPr/>
        </p:nvSpPr>
        <p:spPr>
          <a:xfrm>
            <a:off x="1280160" y="175681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Subtítulo (ej. “Copa Exalumnos I.A.V.H.C")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AB6A3AF-7D84-8FD3-D111-B89D9053EC54}"/>
              </a:ext>
            </a:extLst>
          </p:cNvPr>
          <p:cNvSpPr/>
          <p:nvPr/>
        </p:nvSpPr>
        <p:spPr>
          <a:xfrm>
            <a:off x="873369" y="2297022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D72606A-79F0-9A7D-666E-AA7537D8EB03}"/>
              </a:ext>
            </a:extLst>
          </p:cNvPr>
          <p:cNvSpPr/>
          <p:nvPr/>
        </p:nvSpPr>
        <p:spPr>
          <a:xfrm>
            <a:off x="873369" y="227873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64C620-20D5-E744-E199-A3403E163875}"/>
              </a:ext>
            </a:extLst>
          </p:cNvPr>
          <p:cNvSpPr/>
          <p:nvPr/>
        </p:nvSpPr>
        <p:spPr>
          <a:xfrm>
            <a:off x="1264920" y="2218595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 dirty="0">
                <a:solidFill>
                  <a:srgbClr val="FFFFFF"/>
                </a:solidFill>
              </a:rPr>
              <a:t>Temporada (ej. "2026")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A2BD73-7A88-ECDC-D2C8-CB0F9DAE6F8F}"/>
              </a:ext>
            </a:extLst>
          </p:cNvPr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 · Plataformas web inteligentes, control total de tu negocio.</a:t>
            </a: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9D7F6538-BED4-CCE9-B06B-652584285987}"/>
              </a:ext>
            </a:extLst>
          </p:cNvPr>
          <p:cNvSpPr/>
          <p:nvPr/>
        </p:nvSpPr>
        <p:spPr>
          <a:xfrm>
            <a:off x="873369" y="2733123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194EF5BE-B610-2404-BEDD-9DE585F4C0E3}"/>
              </a:ext>
            </a:extLst>
          </p:cNvPr>
          <p:cNvSpPr/>
          <p:nvPr/>
        </p:nvSpPr>
        <p:spPr>
          <a:xfrm>
            <a:off x="873369" y="271483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BAD31471-76AD-7E37-C43C-5DCAEE99BC06}"/>
              </a:ext>
            </a:extLst>
          </p:cNvPr>
          <p:cNvSpPr/>
          <p:nvPr/>
        </p:nvSpPr>
        <p:spPr>
          <a:xfrm>
            <a:off x="873369" y="3180587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1A727674-292B-482C-A73F-229868F5DBE5}"/>
              </a:ext>
            </a:extLst>
          </p:cNvPr>
          <p:cNvSpPr/>
          <p:nvPr/>
        </p:nvSpPr>
        <p:spPr>
          <a:xfrm>
            <a:off x="873369" y="316229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432B8D78-4714-EE28-E205-F9A7AB81F6CB}"/>
              </a:ext>
            </a:extLst>
          </p:cNvPr>
          <p:cNvSpPr/>
          <p:nvPr/>
        </p:nvSpPr>
        <p:spPr>
          <a:xfrm>
            <a:off x="873369" y="3667623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8905A857-C216-F831-10F7-FA424A36F8D0}"/>
              </a:ext>
            </a:extLst>
          </p:cNvPr>
          <p:cNvSpPr/>
          <p:nvPr/>
        </p:nvSpPr>
        <p:spPr>
          <a:xfrm>
            <a:off x="873369" y="364933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C08F9FB8-70BA-26A4-E7AF-4FC5480DFA36}"/>
              </a:ext>
            </a:extLst>
          </p:cNvPr>
          <p:cNvSpPr/>
          <p:nvPr/>
        </p:nvSpPr>
        <p:spPr>
          <a:xfrm>
            <a:off x="1295400" y="2641683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Descripción — 1 o 2 frases sobre el torneo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28FC6E7E-656C-D7B4-12BC-9ED390A7A288}"/>
              </a:ext>
            </a:extLst>
          </p:cNvPr>
          <p:cNvSpPr/>
          <p:nvPr/>
        </p:nvSpPr>
        <p:spPr>
          <a:xfrm>
            <a:off x="1325880" y="30797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Frase del </a:t>
            </a:r>
            <a:r>
              <a:rPr lang="es-GT" sz="1600" err="1">
                <a:solidFill>
                  <a:srgbClr val="FFFFFF"/>
                </a:solidFill>
              </a:rPr>
              <a:t>hero</a:t>
            </a:r>
            <a:r>
              <a:rPr lang="es-GT" sz="1600">
                <a:solidFill>
                  <a:srgbClr val="FFFFFF"/>
                </a:solidFill>
              </a:rPr>
              <a:t> — el eslogan grande de la portada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21F3E35A-0AC5-8D21-14FE-46C661E79B36}"/>
              </a:ext>
            </a:extLst>
          </p:cNvPr>
          <p:cNvSpPr/>
          <p:nvPr/>
        </p:nvSpPr>
        <p:spPr>
          <a:xfrm>
            <a:off x="1280160" y="357266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Sede principal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93131722-10E6-A426-1D6F-9AEDBA8E4BFC}"/>
              </a:ext>
            </a:extLst>
          </p:cNvPr>
          <p:cNvSpPr/>
          <p:nvPr/>
        </p:nvSpPr>
        <p:spPr>
          <a:xfrm>
            <a:off x="888609" y="4166618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393464CC-A0DA-85B1-FD75-AC716C8C690C}"/>
              </a:ext>
            </a:extLst>
          </p:cNvPr>
          <p:cNvSpPr/>
          <p:nvPr/>
        </p:nvSpPr>
        <p:spPr>
          <a:xfrm>
            <a:off x="888609" y="414833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A084671C-CF25-0F37-40C4-D262D2174267}"/>
              </a:ext>
            </a:extLst>
          </p:cNvPr>
          <p:cNvSpPr/>
          <p:nvPr/>
        </p:nvSpPr>
        <p:spPr>
          <a:xfrm>
            <a:off x="888609" y="4653654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141FEEC9-FFFF-77C5-5E68-E6C86E58786C}"/>
              </a:ext>
            </a:extLst>
          </p:cNvPr>
          <p:cNvSpPr/>
          <p:nvPr/>
        </p:nvSpPr>
        <p:spPr>
          <a:xfrm>
            <a:off x="888609" y="463536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969A04EB-C990-40DB-65B7-C0E2E3F8C95B}"/>
              </a:ext>
            </a:extLst>
          </p:cNvPr>
          <p:cNvSpPr/>
          <p:nvPr/>
        </p:nvSpPr>
        <p:spPr>
          <a:xfrm>
            <a:off x="888609" y="5230252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B4E2CED9-CD7B-77D4-DA6D-B005245B9836}"/>
              </a:ext>
            </a:extLst>
          </p:cNvPr>
          <p:cNvSpPr/>
          <p:nvPr/>
        </p:nvSpPr>
        <p:spPr>
          <a:xfrm>
            <a:off x="888609" y="52119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C5401CB6-5A91-35C4-DA3F-A1EF53A166B8}"/>
              </a:ext>
            </a:extLst>
          </p:cNvPr>
          <p:cNvSpPr/>
          <p:nvPr/>
        </p:nvSpPr>
        <p:spPr>
          <a:xfrm>
            <a:off x="888609" y="5717288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9A17E6A6-A414-D678-E69B-AE38C0825CEC}"/>
              </a:ext>
            </a:extLst>
          </p:cNvPr>
          <p:cNvSpPr/>
          <p:nvPr/>
        </p:nvSpPr>
        <p:spPr>
          <a:xfrm>
            <a:off x="888609" y="569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CF37F373-B185-3ED8-7EEB-9EEA49FDC287}"/>
              </a:ext>
            </a:extLst>
          </p:cNvPr>
          <p:cNvSpPr/>
          <p:nvPr/>
        </p:nvSpPr>
        <p:spPr>
          <a:xfrm>
            <a:off x="1310640" y="4036143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Instagram (opcional)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94292CAA-FCBF-E5F3-9DC5-ED7E002C9CAD}"/>
              </a:ext>
            </a:extLst>
          </p:cNvPr>
          <p:cNvSpPr/>
          <p:nvPr/>
        </p:nvSpPr>
        <p:spPr>
          <a:xfrm>
            <a:off x="1325880" y="453648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Logo del torneo (PNG/JPG)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81088674-4A41-41A2-5179-01CA1576B1DE}"/>
              </a:ext>
            </a:extLst>
          </p:cNvPr>
          <p:cNvSpPr/>
          <p:nvPr/>
        </p:nvSpPr>
        <p:spPr>
          <a:xfrm>
            <a:off x="1325880" y="51388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Modalidad: fútbol 11 / fútbol 7 / fútbol sala-5 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3D07C952-F120-FA4D-BA3F-EC477AA1D996}"/>
              </a:ext>
            </a:extLst>
          </p:cNvPr>
          <p:cNvSpPr/>
          <p:nvPr/>
        </p:nvSpPr>
        <p:spPr>
          <a:xfrm>
            <a:off x="1371600" y="564946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Minutos por tiempo</a:t>
            </a:r>
            <a:endParaRPr lang="en-US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355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EB6DF-2482-8339-7192-7AC48AE2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D94D62-24D0-2E64-7B5F-F4B36F2769C7}"/>
              </a:ext>
            </a:extLst>
          </p:cNvPr>
          <p:cNvSpPr/>
          <p:nvPr/>
        </p:nvSpPr>
        <p:spPr>
          <a:xfrm>
            <a:off x="8046720" y="-2121408"/>
            <a:ext cx="6217920" cy="6217920"/>
          </a:xfrm>
          <a:prstGeom prst="ellipse">
            <a:avLst/>
          </a:prstGeom>
          <a:solidFill>
            <a:srgbClr val="00B0F0">
              <a:alpha val="20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FB0B25-E94F-9C14-A2B1-4080327D4166}"/>
              </a:ext>
            </a:extLst>
          </p:cNvPr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971DA1-8E67-4814-1ED9-AEDCB9A74960}"/>
              </a:ext>
            </a:extLst>
          </p:cNvPr>
          <p:cNvSpPr/>
          <p:nvPr/>
        </p:nvSpPr>
        <p:spPr>
          <a:xfrm>
            <a:off x="914400" y="17338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4000">
                <a:solidFill>
                  <a:srgbClr val="FFFFFF"/>
                </a:solidFill>
              </a:rPr>
              <a:t>Formato de competencia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D1FD0D-CC8B-34F5-7EFA-133324E1EB26}"/>
              </a:ext>
            </a:extLst>
          </p:cNvPr>
          <p:cNvSpPr/>
          <p:nvPr/>
        </p:nvSpPr>
        <p:spPr>
          <a:xfrm>
            <a:off x="873369" y="1388716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01BE71-A12F-AD22-FEF8-78A1CDA44A79}"/>
              </a:ext>
            </a:extLst>
          </p:cNvPr>
          <p:cNvSpPr/>
          <p:nvPr/>
        </p:nvSpPr>
        <p:spPr>
          <a:xfrm>
            <a:off x="873369" y="13704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FED80E-E13C-1C0A-7EA5-3543D68B67F9}"/>
              </a:ext>
            </a:extLst>
          </p:cNvPr>
          <p:cNvSpPr/>
          <p:nvPr/>
        </p:nvSpPr>
        <p:spPr>
          <a:xfrm>
            <a:off x="1295400" y="12972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Modo: </a:t>
            </a:r>
            <a:r>
              <a:rPr lang="es-GT" sz="1600" b="1">
                <a:solidFill>
                  <a:srgbClr val="FFFFFF"/>
                </a:solidFill>
              </a:rPr>
              <a:t>Liga</a:t>
            </a:r>
            <a:r>
              <a:rPr lang="es-GT" sz="1600">
                <a:solidFill>
                  <a:srgbClr val="FFFFFF"/>
                </a:solidFill>
              </a:rPr>
              <a:t> (solo tabla, gana quien termine arriba) o </a:t>
            </a:r>
            <a:r>
              <a:rPr lang="es-GT" sz="1600" b="1">
                <a:solidFill>
                  <a:srgbClr val="FFFFFF"/>
                </a:solidFill>
              </a:rPr>
              <a:t>Campeonato</a:t>
            </a:r>
            <a:r>
              <a:rPr lang="es-GT" sz="1600">
                <a:solidFill>
                  <a:srgbClr val="FFFFFF"/>
                </a:solidFill>
              </a:rPr>
              <a:t> (fase de grupos + eliminación directa)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resto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238BEED-D87E-8113-7D91-EFD5DA348D53}"/>
              </a:ext>
            </a:extLst>
          </p:cNvPr>
          <p:cNvSpPr/>
          <p:nvPr/>
        </p:nvSpPr>
        <p:spPr>
          <a:xfrm>
            <a:off x="873369" y="1842633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DCA92DF-8DE5-546C-26F9-799B82E80935}"/>
              </a:ext>
            </a:extLst>
          </p:cNvPr>
          <p:cNvSpPr/>
          <p:nvPr/>
        </p:nvSpPr>
        <p:spPr>
          <a:xfrm>
            <a:off x="873369" y="182434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18BEF0B-CCA7-2DFC-85E3-766DE3B1A706}"/>
              </a:ext>
            </a:extLst>
          </p:cNvPr>
          <p:cNvSpPr/>
          <p:nvPr/>
        </p:nvSpPr>
        <p:spPr>
          <a:xfrm>
            <a:off x="1280160" y="175681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>
                <a:solidFill>
                  <a:srgbClr val="FFFFFF"/>
                </a:solidFill>
              </a:rPr>
              <a:t>Cantidad  de equipos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0111D0D-691F-CBF9-0FDF-12CE0C5CD5D8}"/>
              </a:ext>
            </a:extLst>
          </p:cNvPr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 · Plataformas web inteligentes, control total de tu negocio.</a:t>
            </a: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68811F8-B80E-CE91-1D74-998CE955DC2F}"/>
              </a:ext>
            </a:extLst>
          </p:cNvPr>
          <p:cNvSpPr/>
          <p:nvPr/>
        </p:nvSpPr>
        <p:spPr>
          <a:xfrm>
            <a:off x="873369" y="2293324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66E66653-5F0D-2E10-1C5A-B7295C356973}"/>
              </a:ext>
            </a:extLst>
          </p:cNvPr>
          <p:cNvSpPr/>
          <p:nvPr/>
        </p:nvSpPr>
        <p:spPr>
          <a:xfrm>
            <a:off x="873369" y="22750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87CA3123-851D-4A97-6F17-777F31E1F47A}"/>
              </a:ext>
            </a:extLst>
          </p:cNvPr>
          <p:cNvSpPr/>
          <p:nvPr/>
        </p:nvSpPr>
        <p:spPr>
          <a:xfrm>
            <a:off x="873369" y="2740788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423D7309-D399-D01D-4F67-ED8031703687}"/>
              </a:ext>
            </a:extLst>
          </p:cNvPr>
          <p:cNvSpPr/>
          <p:nvPr/>
        </p:nvSpPr>
        <p:spPr>
          <a:xfrm>
            <a:off x="873369" y="27225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1E0998B1-08EE-AD96-C860-6ABA6C00E6BE}"/>
              </a:ext>
            </a:extLst>
          </p:cNvPr>
          <p:cNvSpPr/>
          <p:nvPr/>
        </p:nvSpPr>
        <p:spPr>
          <a:xfrm>
            <a:off x="873369" y="3227824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70924897-0572-31F5-E0E6-3C017E025F97}"/>
              </a:ext>
            </a:extLst>
          </p:cNvPr>
          <p:cNvSpPr/>
          <p:nvPr/>
        </p:nvSpPr>
        <p:spPr>
          <a:xfrm>
            <a:off x="873369" y="3209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02211376-FDC1-132B-5465-557938B2220D}"/>
              </a:ext>
            </a:extLst>
          </p:cNvPr>
          <p:cNvSpPr/>
          <p:nvPr/>
        </p:nvSpPr>
        <p:spPr>
          <a:xfrm>
            <a:off x="1295400" y="2184483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 dirty="0">
                <a:solidFill>
                  <a:srgbClr val="FFFFFF"/>
                </a:solidFill>
              </a:rPr>
              <a:t>Vueltas: 1 (solo ida) o 2 (ida y vuelta)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D03220E8-0E41-3ABC-1D95-F1797E6B2E9F}"/>
              </a:ext>
            </a:extLst>
          </p:cNvPr>
          <p:cNvSpPr/>
          <p:nvPr/>
        </p:nvSpPr>
        <p:spPr>
          <a:xfrm>
            <a:off x="1325880" y="2683297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 dirty="0">
                <a:solidFill>
                  <a:srgbClr val="FFFFFF"/>
                </a:solidFill>
              </a:rPr>
              <a:t>Fases de playoff, si es Campeonato: dieciseisavos, octavos, cuartos, semifinal, final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4918D1FF-29C8-0DA5-FF75-789A88D786A3}"/>
              </a:ext>
            </a:extLst>
          </p:cNvPr>
          <p:cNvSpPr/>
          <p:nvPr/>
        </p:nvSpPr>
        <p:spPr>
          <a:xfrm>
            <a:off x="1325880" y="3135467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1600" dirty="0">
                <a:solidFill>
                  <a:srgbClr val="FFFFFF"/>
                </a:solidFill>
              </a:rPr>
              <a:t>¿Permite empates?</a:t>
            </a:r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6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046720" y="-2121408"/>
            <a:ext cx="6217920" cy="6217920"/>
          </a:xfrm>
          <a:prstGeom prst="ellipse">
            <a:avLst/>
          </a:prstGeom>
          <a:solidFill>
            <a:srgbClr val="00B0F0">
              <a:alpha val="20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5" name="Title"/>
          <p:cNvSpPr/>
          <p:nvPr/>
        </p:nvSpPr>
        <p:spPr>
          <a:xfrm>
            <a:off x="914400" y="17338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4000">
                <a:solidFill>
                  <a:srgbClr val="FFFFFF"/>
                </a:solidFill>
              </a:rPr>
              <a:t>Fechas y colores</a:t>
            </a:r>
          </a:p>
        </p:txBody>
      </p:sp>
      <p:sp>
        <p:nvSpPr>
          <p:cNvPr id="6" name="Bullet dot"/>
          <p:cNvSpPr/>
          <p:nvPr/>
        </p:nvSpPr>
        <p:spPr>
          <a:xfrm>
            <a:off x="873369" y="159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7" name="Check"/>
          <p:cNvSpPr/>
          <p:nvPr/>
        </p:nvSpPr>
        <p:spPr>
          <a:xfrm>
            <a:off x="873369" y="157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Item"/>
          <p:cNvSpPr/>
          <p:nvPr/>
        </p:nvSpPr>
        <p:spPr>
          <a:xfrm>
            <a:off x="1295400" y="150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Fecha de inicio y fecha de fin</a:t>
            </a:r>
          </a:p>
        </p:txBody>
      </p:sp>
      <p:sp>
        <p:nvSpPr>
          <p:cNvPr id="9" name="Bullet dot"/>
          <p:cNvSpPr/>
          <p:nvPr/>
        </p:nvSpPr>
        <p:spPr>
          <a:xfrm>
            <a:off x="873369" y="206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873369" y="204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1" name="Item"/>
          <p:cNvSpPr/>
          <p:nvPr/>
        </p:nvSpPr>
        <p:spPr>
          <a:xfrm>
            <a:off x="1295400" y="197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Color primario, secundario y de acento (definen el look de todo el sitio)</a:t>
            </a:r>
          </a:p>
        </p:txBody>
      </p:sp>
      <p:sp>
        <p:nvSpPr>
          <p:cNvPr id="12" name="Bullet dot"/>
          <p:cNvSpPr/>
          <p:nvPr/>
        </p:nvSpPr>
        <p:spPr>
          <a:xfrm>
            <a:off x="873369" y="253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3" name="Check"/>
          <p:cNvSpPr/>
          <p:nvPr/>
        </p:nvSpPr>
        <p:spPr>
          <a:xfrm>
            <a:off x="873369" y="251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Item"/>
          <p:cNvSpPr/>
          <p:nvPr/>
        </p:nvSpPr>
        <p:spPr>
          <a:xfrm>
            <a:off x="1295400" y="244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Temporada (ej. "2026")</a:t>
            </a:r>
          </a:p>
        </p:txBody>
      </p:sp>
      <p:sp>
        <p:nvSpPr>
          <p:cNvPr id="15" name="Footer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100">
                <a:solidFill>
                  <a:srgbClr val="FFFFFF"/>
                </a:solidFill>
              </a:rPr>
              <a:t>MJ Control Systems · Plataformas web inteligentes, control total de tu negocio.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046720" y="-2121408"/>
            <a:ext cx="6217920" cy="6217920"/>
          </a:xfrm>
          <a:prstGeom prst="ellipse">
            <a:avLst/>
          </a:prstGeom>
          <a:solidFill>
            <a:srgbClr val="00B0F0">
              <a:alpha val="20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5" name="Title"/>
          <p:cNvSpPr/>
          <p:nvPr/>
        </p:nvSpPr>
        <p:spPr>
          <a:xfrm>
            <a:off x="914400" y="17338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4000">
                <a:solidFill>
                  <a:srgbClr val="FFFFFF"/>
                </a:solidFill>
              </a:rPr>
              <a:t>Por cada equipo</a:t>
            </a:r>
          </a:p>
        </p:txBody>
      </p:sp>
      <p:sp>
        <p:nvSpPr>
          <p:cNvPr id="6" name="Bullet dot"/>
          <p:cNvSpPr/>
          <p:nvPr/>
        </p:nvSpPr>
        <p:spPr>
          <a:xfrm>
            <a:off x="873369" y="159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7" name="Check"/>
          <p:cNvSpPr/>
          <p:nvPr/>
        </p:nvSpPr>
        <p:spPr>
          <a:xfrm>
            <a:off x="873369" y="157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Item"/>
          <p:cNvSpPr/>
          <p:nvPr/>
        </p:nvSpPr>
        <p:spPr>
          <a:xfrm>
            <a:off x="1295400" y="150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Nombre del equipo</a:t>
            </a:r>
          </a:p>
        </p:txBody>
      </p:sp>
      <p:sp>
        <p:nvSpPr>
          <p:cNvPr id="9" name="Bullet dot"/>
          <p:cNvSpPr/>
          <p:nvPr/>
        </p:nvSpPr>
        <p:spPr>
          <a:xfrm>
            <a:off x="873369" y="206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873369" y="204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1" name="Item"/>
          <p:cNvSpPr/>
          <p:nvPr/>
        </p:nvSpPr>
        <p:spPr>
          <a:xfrm>
            <a:off x="1295400" y="197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Ciudad</a:t>
            </a:r>
          </a:p>
        </p:txBody>
      </p:sp>
      <p:sp>
        <p:nvSpPr>
          <p:cNvPr id="12" name="Bullet dot"/>
          <p:cNvSpPr/>
          <p:nvPr/>
        </p:nvSpPr>
        <p:spPr>
          <a:xfrm>
            <a:off x="873369" y="253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3" name="Check"/>
          <p:cNvSpPr/>
          <p:nvPr/>
        </p:nvSpPr>
        <p:spPr>
          <a:xfrm>
            <a:off x="873369" y="251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Item"/>
          <p:cNvSpPr/>
          <p:nvPr/>
        </p:nvSpPr>
        <p:spPr>
          <a:xfrm>
            <a:off x="1295400" y="244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Sede o cancha local</a:t>
            </a:r>
          </a:p>
        </p:txBody>
      </p:sp>
      <p:sp>
        <p:nvSpPr>
          <p:cNvPr id="15" name="Bullet dot"/>
          <p:cNvSpPr/>
          <p:nvPr/>
        </p:nvSpPr>
        <p:spPr>
          <a:xfrm>
            <a:off x="873369" y="300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6" name="Check"/>
          <p:cNvSpPr/>
          <p:nvPr/>
        </p:nvSpPr>
        <p:spPr>
          <a:xfrm>
            <a:off x="873369" y="298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7" name="Item"/>
          <p:cNvSpPr/>
          <p:nvPr/>
        </p:nvSpPr>
        <p:spPr>
          <a:xfrm>
            <a:off x="1295400" y="291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Entrenador/a</a:t>
            </a:r>
          </a:p>
        </p:txBody>
      </p:sp>
      <p:sp>
        <p:nvSpPr>
          <p:cNvPr id="18" name="Bullet dot"/>
          <p:cNvSpPr/>
          <p:nvPr/>
        </p:nvSpPr>
        <p:spPr>
          <a:xfrm>
            <a:off x="873369" y="347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9" name="Check"/>
          <p:cNvSpPr/>
          <p:nvPr/>
        </p:nvSpPr>
        <p:spPr>
          <a:xfrm>
            <a:off x="873369" y="345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0" name="Item"/>
          <p:cNvSpPr/>
          <p:nvPr/>
        </p:nvSpPr>
        <p:spPr>
          <a:xfrm>
            <a:off x="1295400" y="338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Año de fundación</a:t>
            </a:r>
          </a:p>
        </p:txBody>
      </p:sp>
      <p:sp>
        <p:nvSpPr>
          <p:cNvPr id="21" name="Bullet dot"/>
          <p:cNvSpPr/>
          <p:nvPr/>
        </p:nvSpPr>
        <p:spPr>
          <a:xfrm>
            <a:off x="873369" y="394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2" name="Check"/>
          <p:cNvSpPr/>
          <p:nvPr/>
        </p:nvSpPr>
        <p:spPr>
          <a:xfrm>
            <a:off x="873369" y="392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3" name="Item"/>
          <p:cNvSpPr/>
          <p:nvPr/>
        </p:nvSpPr>
        <p:spPr>
          <a:xfrm>
            <a:off x="1295400" y="385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Descripción breve</a:t>
            </a:r>
          </a:p>
        </p:txBody>
      </p:sp>
      <p:sp>
        <p:nvSpPr>
          <p:cNvPr id="24" name="Bullet dot"/>
          <p:cNvSpPr/>
          <p:nvPr/>
        </p:nvSpPr>
        <p:spPr>
          <a:xfrm>
            <a:off x="873369" y="441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5" name="Check"/>
          <p:cNvSpPr/>
          <p:nvPr/>
        </p:nvSpPr>
        <p:spPr>
          <a:xfrm>
            <a:off x="873369" y="439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6" name="Item"/>
          <p:cNvSpPr/>
          <p:nvPr/>
        </p:nvSpPr>
        <p:spPr>
          <a:xfrm>
            <a:off x="1295400" y="432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Escudo (si no subes uno, se genera con las iniciales)</a:t>
            </a:r>
          </a:p>
        </p:txBody>
      </p:sp>
      <p:sp>
        <p:nvSpPr>
          <p:cNvPr id="27" name="Bullet dot"/>
          <p:cNvSpPr/>
          <p:nvPr/>
        </p:nvSpPr>
        <p:spPr>
          <a:xfrm>
            <a:off x="873369" y="488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28" name="Check"/>
          <p:cNvSpPr/>
          <p:nvPr/>
        </p:nvSpPr>
        <p:spPr>
          <a:xfrm>
            <a:off x="873369" y="486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9" name="Item"/>
          <p:cNvSpPr/>
          <p:nvPr/>
        </p:nvSpPr>
        <p:spPr>
          <a:xfrm>
            <a:off x="1295400" y="479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Color primario y secundario del equipo</a:t>
            </a:r>
          </a:p>
        </p:txBody>
      </p:sp>
      <p:sp>
        <p:nvSpPr>
          <p:cNvPr id="30" name="Footer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100">
                <a:solidFill>
                  <a:srgbClr val="FFFFFF"/>
                </a:solidFill>
              </a:rPr>
              <a:t>MJ Control Systems · Plataformas web inteligentes, control total de tu negocio.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046720" y="-2121408"/>
            <a:ext cx="6217920" cy="6217920"/>
          </a:xfrm>
          <a:prstGeom prst="ellipse">
            <a:avLst/>
          </a:prstGeom>
          <a:solidFill>
            <a:srgbClr val="00B0F0">
              <a:alpha val="20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5" name="Title"/>
          <p:cNvSpPr/>
          <p:nvPr/>
        </p:nvSpPr>
        <p:spPr>
          <a:xfrm>
            <a:off x="914400" y="17338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4000">
                <a:solidFill>
                  <a:srgbClr val="FFFFFF"/>
                </a:solidFill>
              </a:rPr>
              <a:t>Por cada jugador</a:t>
            </a:r>
          </a:p>
        </p:txBody>
      </p:sp>
      <p:sp>
        <p:nvSpPr>
          <p:cNvPr id="6" name="Bullet dot"/>
          <p:cNvSpPr/>
          <p:nvPr/>
        </p:nvSpPr>
        <p:spPr>
          <a:xfrm>
            <a:off x="873369" y="159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7" name="Check"/>
          <p:cNvSpPr/>
          <p:nvPr/>
        </p:nvSpPr>
        <p:spPr>
          <a:xfrm>
            <a:off x="873369" y="157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Item"/>
          <p:cNvSpPr/>
          <p:nvPr/>
        </p:nvSpPr>
        <p:spPr>
          <a:xfrm>
            <a:off x="1295400" y="150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Nombre completo</a:t>
            </a:r>
          </a:p>
        </p:txBody>
      </p:sp>
      <p:sp>
        <p:nvSpPr>
          <p:cNvPr id="9" name="Bullet dot"/>
          <p:cNvSpPr/>
          <p:nvPr/>
        </p:nvSpPr>
        <p:spPr>
          <a:xfrm>
            <a:off x="873369" y="206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873369" y="204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1" name="Item"/>
          <p:cNvSpPr/>
          <p:nvPr/>
        </p:nvSpPr>
        <p:spPr>
          <a:xfrm>
            <a:off x="1295400" y="197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Dorsal</a:t>
            </a:r>
          </a:p>
        </p:txBody>
      </p:sp>
      <p:sp>
        <p:nvSpPr>
          <p:cNvPr id="12" name="Bullet dot"/>
          <p:cNvSpPr/>
          <p:nvPr/>
        </p:nvSpPr>
        <p:spPr>
          <a:xfrm>
            <a:off x="873369" y="253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3" name="Check"/>
          <p:cNvSpPr/>
          <p:nvPr/>
        </p:nvSpPr>
        <p:spPr>
          <a:xfrm>
            <a:off x="873369" y="251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Item"/>
          <p:cNvSpPr/>
          <p:nvPr/>
        </p:nvSpPr>
        <p:spPr>
          <a:xfrm>
            <a:off x="1295400" y="244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Equipo al que pertenece</a:t>
            </a:r>
          </a:p>
        </p:txBody>
      </p:sp>
      <p:sp>
        <p:nvSpPr>
          <p:cNvPr id="15" name="Bullet dot"/>
          <p:cNvSpPr/>
          <p:nvPr/>
        </p:nvSpPr>
        <p:spPr>
          <a:xfrm>
            <a:off x="873369" y="300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6" name="Check"/>
          <p:cNvSpPr/>
          <p:nvPr/>
        </p:nvSpPr>
        <p:spPr>
          <a:xfrm>
            <a:off x="873369" y="298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7" name="Item"/>
          <p:cNvSpPr/>
          <p:nvPr/>
        </p:nvSpPr>
        <p:spPr>
          <a:xfrm>
            <a:off x="1295400" y="291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Posición (opcional: portero, defensa… o base, pívot… según el deporte)</a:t>
            </a:r>
          </a:p>
        </p:txBody>
      </p:sp>
      <p:sp>
        <p:nvSpPr>
          <p:cNvPr id="18" name="Bullet dot"/>
          <p:cNvSpPr/>
          <p:nvPr/>
        </p:nvSpPr>
        <p:spPr>
          <a:xfrm>
            <a:off x="873369" y="347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9" name="Check"/>
          <p:cNvSpPr/>
          <p:nvPr/>
        </p:nvSpPr>
        <p:spPr>
          <a:xfrm>
            <a:off x="873369" y="345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0" name="Item"/>
          <p:cNvSpPr/>
          <p:nvPr/>
        </p:nvSpPr>
        <p:spPr>
          <a:xfrm>
            <a:off x="1295400" y="338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Estado: activo o inactivo</a:t>
            </a:r>
          </a:p>
        </p:txBody>
      </p:sp>
      <p:sp>
        <p:nvSpPr>
          <p:cNvPr id="21" name="Footer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100">
                <a:solidFill>
                  <a:srgbClr val="FFFFFF"/>
                </a:solidFill>
              </a:rPr>
              <a:t>MJ Control Systems · Plataformas web inteligentes, control total de tu negocio.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046720" y="-2121408"/>
            <a:ext cx="6217920" cy="6217920"/>
          </a:xfrm>
          <a:prstGeom prst="ellipse">
            <a:avLst/>
          </a:prstGeom>
          <a:solidFill>
            <a:srgbClr val="00B0F0">
              <a:alpha val="20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5" name="Title"/>
          <p:cNvSpPr/>
          <p:nvPr/>
        </p:nvSpPr>
        <p:spPr>
          <a:xfrm>
            <a:off x="914400" y="17338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4000">
                <a:solidFill>
                  <a:srgbClr val="FFFFFF"/>
                </a:solidFill>
              </a:rPr>
              <a:t>Calendario</a:t>
            </a:r>
          </a:p>
        </p:txBody>
      </p:sp>
      <p:sp>
        <p:nvSpPr>
          <p:cNvPr id="6" name="Bullet dot"/>
          <p:cNvSpPr/>
          <p:nvPr/>
        </p:nvSpPr>
        <p:spPr>
          <a:xfrm>
            <a:off x="873369" y="159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7" name="Check"/>
          <p:cNvSpPr/>
          <p:nvPr/>
        </p:nvSpPr>
        <p:spPr>
          <a:xfrm>
            <a:off x="873369" y="157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Item"/>
          <p:cNvSpPr/>
          <p:nvPr/>
        </p:nvSpPr>
        <p:spPr>
          <a:xfrm>
            <a:off x="1295400" y="150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Automático (recomendado): das fecha de inicio, días entre jornadas y vueltas</a:t>
            </a:r>
          </a:p>
        </p:txBody>
      </p:sp>
      <p:sp>
        <p:nvSpPr>
          <p:cNvPr id="9" name="Bullet dot"/>
          <p:cNvSpPr/>
          <p:nvPr/>
        </p:nvSpPr>
        <p:spPr>
          <a:xfrm>
            <a:off x="873369" y="206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873369" y="204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1" name="Item"/>
          <p:cNvSpPr/>
          <p:nvPr/>
        </p:nvSpPr>
        <p:spPr>
          <a:xfrm>
            <a:off x="1295400" y="197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La app genera todos los enfrentamientos por ti</a:t>
            </a:r>
          </a:p>
        </p:txBody>
      </p:sp>
      <p:sp>
        <p:nvSpPr>
          <p:cNvPr id="12" name="Bullet dot"/>
          <p:cNvSpPr/>
          <p:nvPr/>
        </p:nvSpPr>
        <p:spPr>
          <a:xfrm>
            <a:off x="873369" y="253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3" name="Check"/>
          <p:cNvSpPr/>
          <p:nvPr/>
        </p:nvSpPr>
        <p:spPr>
          <a:xfrm>
            <a:off x="873369" y="251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Item"/>
          <p:cNvSpPr/>
          <p:nvPr/>
        </p:nvSpPr>
        <p:spPr>
          <a:xfrm>
            <a:off x="1295400" y="244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Manual, por cada encuentro: fase, jornada, fecha y hora</a:t>
            </a:r>
          </a:p>
        </p:txBody>
      </p:sp>
      <p:sp>
        <p:nvSpPr>
          <p:cNvPr id="15" name="Bullet dot"/>
          <p:cNvSpPr/>
          <p:nvPr/>
        </p:nvSpPr>
        <p:spPr>
          <a:xfrm>
            <a:off x="873369" y="300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6" name="Check"/>
          <p:cNvSpPr/>
          <p:nvPr/>
        </p:nvSpPr>
        <p:spPr>
          <a:xfrm>
            <a:off x="873369" y="298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7" name="Item"/>
          <p:cNvSpPr/>
          <p:nvPr/>
        </p:nvSpPr>
        <p:spPr>
          <a:xfrm>
            <a:off x="1295400" y="291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Cancha, equipo local y equipo visitante</a:t>
            </a:r>
          </a:p>
        </p:txBody>
      </p:sp>
      <p:sp>
        <p:nvSpPr>
          <p:cNvPr id="18" name="Bullet dot"/>
          <p:cNvSpPr/>
          <p:nvPr/>
        </p:nvSpPr>
        <p:spPr>
          <a:xfrm>
            <a:off x="873369" y="347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9" name="Check"/>
          <p:cNvSpPr/>
          <p:nvPr/>
        </p:nvSpPr>
        <p:spPr>
          <a:xfrm>
            <a:off x="873369" y="345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0" name="Item"/>
          <p:cNvSpPr/>
          <p:nvPr/>
        </p:nvSpPr>
        <p:spPr>
          <a:xfrm>
            <a:off x="1295400" y="338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Árbitro (opcional) y observaciones (opcional)</a:t>
            </a:r>
          </a:p>
        </p:txBody>
      </p:sp>
      <p:sp>
        <p:nvSpPr>
          <p:cNvPr id="21" name="Footer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100">
                <a:solidFill>
                  <a:srgbClr val="FFFFFF"/>
                </a:solidFill>
              </a:rPr>
              <a:t>MJ Control Systems · Plataformas web inteligentes, control total de tu negocio.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046720" y="-2121408"/>
            <a:ext cx="6217920" cy="6217920"/>
          </a:xfrm>
          <a:prstGeom prst="ellipse">
            <a:avLst/>
          </a:prstGeom>
          <a:solidFill>
            <a:srgbClr val="00B0F0">
              <a:alpha val="20000"/>
            </a:srgb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chemeClr val="tx1">
              <a:lumMod val="85000"/>
              <a:lumOff val="15000"/>
              <a:alpha val="16000"/>
            </a:schemeClr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5" name="Title"/>
          <p:cNvSpPr/>
          <p:nvPr/>
        </p:nvSpPr>
        <p:spPr>
          <a:xfrm>
            <a:off x="914400" y="17338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4000">
                <a:solidFill>
                  <a:srgbClr val="FFFFFF"/>
                </a:solidFill>
              </a:rPr>
              <a:t>Patrocinadores (opcional)</a:t>
            </a:r>
          </a:p>
        </p:txBody>
      </p:sp>
      <p:sp>
        <p:nvSpPr>
          <p:cNvPr id="6" name="Bullet dot"/>
          <p:cNvSpPr/>
          <p:nvPr/>
        </p:nvSpPr>
        <p:spPr>
          <a:xfrm>
            <a:off x="873369" y="159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7" name="Check"/>
          <p:cNvSpPr/>
          <p:nvPr/>
        </p:nvSpPr>
        <p:spPr>
          <a:xfrm>
            <a:off x="873369" y="157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Item"/>
          <p:cNvSpPr/>
          <p:nvPr/>
        </p:nvSpPr>
        <p:spPr>
          <a:xfrm>
            <a:off x="1295400" y="150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Nombre del patrocinador</a:t>
            </a:r>
          </a:p>
        </p:txBody>
      </p:sp>
      <p:sp>
        <p:nvSpPr>
          <p:cNvPr id="9" name="Bullet dot"/>
          <p:cNvSpPr/>
          <p:nvPr/>
        </p:nvSpPr>
        <p:spPr>
          <a:xfrm>
            <a:off x="873369" y="206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873369" y="204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1" name="Item"/>
          <p:cNvSpPr/>
          <p:nvPr/>
        </p:nvSpPr>
        <p:spPr>
          <a:xfrm>
            <a:off x="1295400" y="197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Nivel: Oficial, Oro o Plata</a:t>
            </a:r>
          </a:p>
        </p:txBody>
      </p:sp>
      <p:sp>
        <p:nvSpPr>
          <p:cNvPr id="12" name="Bullet dot"/>
          <p:cNvSpPr/>
          <p:nvPr/>
        </p:nvSpPr>
        <p:spPr>
          <a:xfrm>
            <a:off x="873369" y="253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3" name="Check"/>
          <p:cNvSpPr/>
          <p:nvPr/>
        </p:nvSpPr>
        <p:spPr>
          <a:xfrm>
            <a:off x="873369" y="251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Item"/>
          <p:cNvSpPr/>
          <p:nvPr/>
        </p:nvSpPr>
        <p:spPr>
          <a:xfrm>
            <a:off x="1295400" y="244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Logo</a:t>
            </a:r>
          </a:p>
        </p:txBody>
      </p:sp>
      <p:sp>
        <p:nvSpPr>
          <p:cNvPr id="15" name="Bullet dot"/>
          <p:cNvSpPr/>
          <p:nvPr/>
        </p:nvSpPr>
        <p:spPr>
          <a:xfrm>
            <a:off x="873369" y="300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6" name="Check"/>
          <p:cNvSpPr/>
          <p:nvPr/>
        </p:nvSpPr>
        <p:spPr>
          <a:xfrm>
            <a:off x="873369" y="298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7" name="Item"/>
          <p:cNvSpPr/>
          <p:nvPr/>
        </p:nvSpPr>
        <p:spPr>
          <a:xfrm>
            <a:off x="1295400" y="291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Sitio web o red social</a:t>
            </a:r>
          </a:p>
        </p:txBody>
      </p:sp>
      <p:sp>
        <p:nvSpPr>
          <p:cNvPr id="18" name="Bullet dot"/>
          <p:cNvSpPr/>
          <p:nvPr/>
        </p:nvSpPr>
        <p:spPr>
          <a:xfrm>
            <a:off x="873369" y="347144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>
              <a:solidFill>
                <a:srgbClr val="FFFFFF"/>
              </a:solidFill>
            </a:endParaRPr>
          </a:p>
        </p:txBody>
      </p:sp>
      <p:sp>
        <p:nvSpPr>
          <p:cNvPr id="19" name="Check"/>
          <p:cNvSpPr/>
          <p:nvPr/>
        </p:nvSpPr>
        <p:spPr>
          <a:xfrm>
            <a:off x="873369" y="3453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✓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0" name="Item"/>
          <p:cNvSpPr/>
          <p:nvPr/>
        </p:nvSpPr>
        <p:spPr>
          <a:xfrm>
            <a:off x="1295400" y="3380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>
                <a:solidFill>
                  <a:srgbClr val="FFFFFF"/>
                </a:solidFill>
              </a:rPr>
              <a:t>Orden de aparición</a:t>
            </a:r>
          </a:p>
        </p:txBody>
      </p:sp>
      <p:sp>
        <p:nvSpPr>
          <p:cNvPr id="21" name="Footer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100">
                <a:solidFill>
                  <a:srgbClr val="FFFFFF"/>
                </a:solidFill>
              </a:rPr>
              <a:t>MJ Control Systems · Plataformas web inteligentes, control total de tu negocio.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217920" cy="6217920"/>
          </a:xfrm>
          <a:prstGeom prst="ellipse">
            <a:avLst/>
          </a:prstGeom>
          <a:solidFill>
            <a:srgbClr val="7B2FF7">
              <a:alpha val="2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6B35">
              <a:alpha val="16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Dale a tu torneo el nivel que se merece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798064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14400" y="2779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715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usarse hoy: tú pones los equipos, la plataforma hace el resto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456432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91440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3741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pago por torneo — sin mensualidades sorpresa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11480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914400" y="4096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032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 del equipo de MJ Control Systems durante tu temporada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5577840" cy="777240"/>
          </a:xfrm>
          <a:prstGeom prst="roundRect">
            <a:avLst>
              <a:gd name="adj" fmla="val 16471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mjcontrolsystems@gmail.com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 Control Systems · Plataformas web inteligentes, control total de tu negocio.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87BFC1-8BC2-4C35-B02B-A48D0EAD7032}">
  <we:reference id="wa200010725" version="1.0.0.1" store="es-ES" storeType="OMEX"/>
  <we:alternateReferences>
    <we:reference id="WA200010725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1299</Words>
  <Application>Microsoft Office PowerPoint</Application>
  <PresentationFormat>Panorámica</PresentationFormat>
  <Paragraphs>251</Paragraphs>
  <Slides>24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Josue Cruz</cp:lastModifiedBy>
  <cp:revision>1</cp:revision>
  <dcterms:created xsi:type="dcterms:W3CDTF">2026-08-01T17:41:39Z</dcterms:created>
  <dcterms:modified xsi:type="dcterms:W3CDTF">2026-08-19T01:52:28Z</dcterms:modified>
</cp:coreProperties>
</file>